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5" r:id="rId1"/>
  </p:sldMasterIdLst>
  <p:sldIdLst>
    <p:sldId id="256" r:id="rId2"/>
    <p:sldId id="261" r:id="rId3"/>
    <p:sldId id="262" r:id="rId4"/>
    <p:sldId id="263" r:id="rId5"/>
    <p:sldId id="259" r:id="rId6"/>
    <p:sldId id="264" r:id="rId7"/>
    <p:sldId id="265" r:id="rId8"/>
    <p:sldId id="266" r:id="rId9"/>
    <p:sldId id="258" r:id="rId10"/>
    <p:sldId id="268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B75960-A40E-4007-B906-464FB212F541}" v="74" dt="2025-06-19T05:18:40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yothi sree" userId="57e5eea5aa977fc8" providerId="LiveId" clId="{4DB75960-A40E-4007-B906-464FB212F541}"/>
    <pc:docChg chg="undo custSel addSld delSld modSld addMainMaster delMainMaster">
      <pc:chgData name="Jyothi sree" userId="57e5eea5aa977fc8" providerId="LiveId" clId="{4DB75960-A40E-4007-B906-464FB212F541}" dt="2025-06-19T05:19:27.077" v="811" actId="20577"/>
      <pc:docMkLst>
        <pc:docMk/>
      </pc:docMkLst>
      <pc:sldChg chg="addSp delSp modSp new mod setBg modClrScheme setClrOvrMap chgLayout">
        <pc:chgData name="Jyothi sree" userId="57e5eea5aa977fc8" providerId="LiveId" clId="{4DB75960-A40E-4007-B906-464FB212F541}" dt="2025-06-18T15:39:55.429" v="56" actId="26606"/>
        <pc:sldMkLst>
          <pc:docMk/>
          <pc:sldMk cId="2720501835" sldId="256"/>
        </pc:sldMkLst>
        <pc:spChg chg="mod">
          <ac:chgData name="Jyothi sree" userId="57e5eea5aa977fc8" providerId="LiveId" clId="{4DB75960-A40E-4007-B906-464FB212F541}" dt="2025-06-18T15:39:55.429" v="56" actId="26606"/>
          <ac:spMkLst>
            <pc:docMk/>
            <pc:sldMk cId="2720501835" sldId="256"/>
            <ac:spMk id="2" creationId="{0105905B-F40D-75E5-7C32-CFBB876EF8E0}"/>
          </ac:spMkLst>
        </pc:spChg>
        <pc:spChg chg="mod">
          <ac:chgData name="Jyothi sree" userId="57e5eea5aa977fc8" providerId="LiveId" clId="{4DB75960-A40E-4007-B906-464FB212F541}" dt="2025-06-18T15:39:55.429" v="56" actId="26606"/>
          <ac:spMkLst>
            <pc:docMk/>
            <pc:sldMk cId="2720501835" sldId="256"/>
            <ac:spMk id="3" creationId="{7567EAC9-2121-255F-4654-EA803C37E784}"/>
          </ac:spMkLst>
        </pc:spChg>
        <pc:spChg chg="add del">
          <ac:chgData name="Jyothi sree" userId="57e5eea5aa977fc8" providerId="LiveId" clId="{4DB75960-A40E-4007-B906-464FB212F541}" dt="2025-06-18T10:24:43.778" v="33" actId="26606"/>
          <ac:spMkLst>
            <pc:docMk/>
            <pc:sldMk cId="2720501835" sldId="256"/>
            <ac:spMk id="9" creationId="{9B7AD9F6-8CE7-4299-8FC6-328F4DCD3FF9}"/>
          </ac:spMkLst>
        </pc:spChg>
        <pc:spChg chg="add del">
          <ac:chgData name="Jyothi sree" userId="57e5eea5aa977fc8" providerId="LiveId" clId="{4DB75960-A40E-4007-B906-464FB212F541}" dt="2025-06-18T10:24:43.778" v="33" actId="26606"/>
          <ac:spMkLst>
            <pc:docMk/>
            <pc:sldMk cId="2720501835" sldId="256"/>
            <ac:spMk id="11" creationId="{F49775AF-8896-43EE-92C6-83497D6DC56F}"/>
          </ac:spMkLst>
        </pc:spChg>
        <pc:spChg chg="add del">
          <ac:chgData name="Jyothi sree" userId="57e5eea5aa977fc8" providerId="LiveId" clId="{4DB75960-A40E-4007-B906-464FB212F541}" dt="2025-06-18T15:39:55.429" v="56" actId="26606"/>
          <ac:spMkLst>
            <pc:docMk/>
            <pc:sldMk cId="2720501835" sldId="256"/>
            <ac:spMk id="13" creationId="{755E9273-3717-C94C-9BFF-75E87E47C46A}"/>
          </ac:spMkLst>
        </pc:spChg>
        <pc:spChg chg="add del">
          <ac:chgData name="Jyothi sree" userId="57e5eea5aa977fc8" providerId="LiveId" clId="{4DB75960-A40E-4007-B906-464FB212F541}" dt="2025-06-18T15:39:55.429" v="56" actId="26606"/>
          <ac:spMkLst>
            <pc:docMk/>
            <pc:sldMk cId="2720501835" sldId="256"/>
            <ac:spMk id="14" creationId="{6CA2C65D-0168-1245-86C8-62A8A6F7B813}"/>
          </ac:spMkLst>
        </pc:spChg>
        <pc:spChg chg="add del">
          <ac:chgData name="Jyothi sree" userId="57e5eea5aa977fc8" providerId="LiveId" clId="{4DB75960-A40E-4007-B906-464FB212F541}" dt="2025-06-18T15:39:55.429" v="56" actId="26606"/>
          <ac:spMkLst>
            <pc:docMk/>
            <pc:sldMk cId="2720501835" sldId="256"/>
            <ac:spMk id="16" creationId="{4029224B-C0FC-EC47-B248-0D4271BC7FC3}"/>
          </ac:spMkLst>
        </pc:spChg>
        <pc:spChg chg="add">
          <ac:chgData name="Jyothi sree" userId="57e5eea5aa977fc8" providerId="LiveId" clId="{4DB75960-A40E-4007-B906-464FB212F541}" dt="2025-06-18T15:39:55.429" v="56" actId="26606"/>
          <ac:spMkLst>
            <pc:docMk/>
            <pc:sldMk cId="2720501835" sldId="256"/>
            <ac:spMk id="21" creationId="{14F048CC-17C9-B246-BF2A-29E51AD1C6EA}"/>
          </ac:spMkLst>
        </pc:spChg>
        <pc:spChg chg="add">
          <ac:chgData name="Jyothi sree" userId="57e5eea5aa977fc8" providerId="LiveId" clId="{4DB75960-A40E-4007-B906-464FB212F541}" dt="2025-06-18T15:39:55.429" v="56" actId="26606"/>
          <ac:spMkLst>
            <pc:docMk/>
            <pc:sldMk cId="2720501835" sldId="256"/>
            <ac:spMk id="23" creationId="{53C4D10E-16D3-5D49-A995-1FD27619A96C}"/>
          </ac:spMkLst>
        </pc:spChg>
        <pc:spChg chg="add">
          <ac:chgData name="Jyothi sree" userId="57e5eea5aa977fc8" providerId="LiveId" clId="{4DB75960-A40E-4007-B906-464FB212F541}" dt="2025-06-18T15:39:55.429" v="56" actId="26606"/>
          <ac:spMkLst>
            <pc:docMk/>
            <pc:sldMk cId="2720501835" sldId="256"/>
            <ac:spMk id="25" creationId="{24124FF1-775D-AC4A-81D0-73FC0F54A682}"/>
          </ac:spMkLst>
        </pc:spChg>
        <pc:spChg chg="add">
          <ac:chgData name="Jyothi sree" userId="57e5eea5aa977fc8" providerId="LiveId" clId="{4DB75960-A40E-4007-B906-464FB212F541}" dt="2025-06-18T15:39:55.429" v="56" actId="26606"/>
          <ac:spMkLst>
            <pc:docMk/>
            <pc:sldMk cId="2720501835" sldId="256"/>
            <ac:spMk id="27" creationId="{EBCE363F-7361-A345-BB3D-2E8D88197227}"/>
          </ac:spMkLst>
        </pc:spChg>
        <pc:picChg chg="add del">
          <ac:chgData name="Jyothi sree" userId="57e5eea5aa977fc8" providerId="LiveId" clId="{4DB75960-A40E-4007-B906-464FB212F541}" dt="2025-06-18T10:24:43.778" v="33" actId="26606"/>
          <ac:picMkLst>
            <pc:docMk/>
            <pc:sldMk cId="2720501835" sldId="256"/>
            <ac:picMk id="4" creationId="{4FF44DBE-D9F1-2821-2FB2-1CCF2D343A38}"/>
          </ac:picMkLst>
        </pc:picChg>
        <pc:picChg chg="add mod ord">
          <ac:chgData name="Jyothi sree" userId="57e5eea5aa977fc8" providerId="LiveId" clId="{4DB75960-A40E-4007-B906-464FB212F541}" dt="2025-06-18T15:39:55.429" v="56" actId="26606"/>
          <ac:picMkLst>
            <pc:docMk/>
            <pc:sldMk cId="2720501835" sldId="256"/>
            <ac:picMk id="15" creationId="{92A0653E-E07C-501E-F2E3-7BBF7A83200F}"/>
          </ac:picMkLst>
        </pc:picChg>
      </pc:sldChg>
      <pc:sldChg chg="addSp delSp modSp new del mod setBg">
        <pc:chgData name="Jyothi sree" userId="57e5eea5aa977fc8" providerId="LiveId" clId="{4DB75960-A40E-4007-B906-464FB212F541}" dt="2025-06-18T15:58:37.178" v="199" actId="47"/>
        <pc:sldMkLst>
          <pc:docMk/>
          <pc:sldMk cId="546522152" sldId="257"/>
        </pc:sldMkLst>
        <pc:spChg chg="add del mod">
          <ac:chgData name="Jyothi sree" userId="57e5eea5aa977fc8" providerId="LiveId" clId="{4DB75960-A40E-4007-B906-464FB212F541}" dt="2025-06-18T15:58:21.074" v="193" actId="21"/>
          <ac:spMkLst>
            <pc:docMk/>
            <pc:sldMk cId="546522152" sldId="257"/>
            <ac:spMk id="2" creationId="{1221CBC8-6FA6-0E39-B767-69A34CEB8AC6}"/>
          </ac:spMkLst>
        </pc:spChg>
        <pc:spChg chg="add del mod">
          <ac:chgData name="Jyothi sree" userId="57e5eea5aa977fc8" providerId="LiveId" clId="{4DB75960-A40E-4007-B906-464FB212F541}" dt="2025-06-18T15:58:09.125" v="191" actId="478"/>
          <ac:spMkLst>
            <pc:docMk/>
            <pc:sldMk cId="546522152" sldId="257"/>
            <ac:spMk id="3" creationId="{C7291B4C-975C-E03A-F5E4-EB70942F2911}"/>
          </ac:spMkLst>
        </pc:spChg>
        <pc:spChg chg="add mod">
          <ac:chgData name="Jyothi sree" userId="57e5eea5aa977fc8" providerId="LiveId" clId="{4DB75960-A40E-4007-B906-464FB212F541}" dt="2025-06-18T15:58:21.074" v="193" actId="21"/>
          <ac:spMkLst>
            <pc:docMk/>
            <pc:sldMk cId="546522152" sldId="257"/>
            <ac:spMk id="5" creationId="{10BCED99-84F9-8B9A-3469-4D793AD814A4}"/>
          </ac:spMkLst>
        </pc:spChg>
        <pc:spChg chg="add del">
          <ac:chgData name="Jyothi sree" userId="57e5eea5aa977fc8" providerId="LiveId" clId="{4DB75960-A40E-4007-B906-464FB212F541}" dt="2025-06-18T10:47:29.558" v="42" actId="26606"/>
          <ac:spMkLst>
            <pc:docMk/>
            <pc:sldMk cId="546522152" sldId="257"/>
            <ac:spMk id="1031" creationId="{579E3846-8D0B-B14A-817A-7FAC9DDAB4D8}"/>
          </ac:spMkLst>
        </pc:spChg>
        <pc:spChg chg="add del">
          <ac:chgData name="Jyothi sree" userId="57e5eea5aa977fc8" providerId="LiveId" clId="{4DB75960-A40E-4007-B906-464FB212F541}" dt="2025-06-18T10:47:29.558" v="42" actId="26606"/>
          <ac:spMkLst>
            <pc:docMk/>
            <pc:sldMk cId="546522152" sldId="257"/>
            <ac:spMk id="1033" creationId="{7B768144-4A9A-EF4F-89C6-859C48A1ADB8}"/>
          </ac:spMkLst>
        </pc:spChg>
        <pc:spChg chg="add del">
          <ac:chgData name="Jyothi sree" userId="57e5eea5aa977fc8" providerId="LiveId" clId="{4DB75960-A40E-4007-B906-464FB212F541}" dt="2025-06-18T10:47:29.558" v="42" actId="26606"/>
          <ac:spMkLst>
            <pc:docMk/>
            <pc:sldMk cId="546522152" sldId="257"/>
            <ac:spMk id="1035" creationId="{233F0DEE-0C91-A94B-BED4-444EDE341B03}"/>
          </ac:spMkLst>
        </pc:spChg>
        <pc:spChg chg="add del">
          <ac:chgData name="Jyothi sree" userId="57e5eea5aa977fc8" providerId="LiveId" clId="{4DB75960-A40E-4007-B906-464FB212F541}" dt="2025-06-18T10:47:31.273" v="44" actId="26606"/>
          <ac:spMkLst>
            <pc:docMk/>
            <pc:sldMk cId="546522152" sldId="257"/>
            <ac:spMk id="1037" creationId="{F6747103-26DE-C441-9AEF-B6F786FC1104}"/>
          </ac:spMkLst>
        </pc:spChg>
        <pc:spChg chg="add del">
          <ac:chgData name="Jyothi sree" userId="57e5eea5aa977fc8" providerId="LiveId" clId="{4DB75960-A40E-4007-B906-464FB212F541}" dt="2025-06-18T10:47:31.273" v="44" actId="26606"/>
          <ac:spMkLst>
            <pc:docMk/>
            <pc:sldMk cId="546522152" sldId="257"/>
            <ac:spMk id="1038" creationId="{DB8D5541-7726-BA46-8BFA-BF6AA8D42BD7}"/>
          </ac:spMkLst>
        </pc:spChg>
        <pc:spChg chg="add del">
          <ac:chgData name="Jyothi sree" userId="57e5eea5aa977fc8" providerId="LiveId" clId="{4DB75960-A40E-4007-B906-464FB212F541}" dt="2025-06-18T10:47:31.273" v="44" actId="26606"/>
          <ac:spMkLst>
            <pc:docMk/>
            <pc:sldMk cId="546522152" sldId="257"/>
            <ac:spMk id="1039" creationId="{97F434CF-7503-CE4F-8426-C312C6315AD0}"/>
          </ac:spMkLst>
        </pc:spChg>
        <pc:spChg chg="add del">
          <ac:chgData name="Jyothi sree" userId="57e5eea5aa977fc8" providerId="LiveId" clId="{4DB75960-A40E-4007-B906-464FB212F541}" dt="2025-06-18T10:47:31.273" v="44" actId="26606"/>
          <ac:spMkLst>
            <pc:docMk/>
            <pc:sldMk cId="546522152" sldId="257"/>
            <ac:spMk id="1040" creationId="{FEDBFB2F-FE34-E349-9484-C275FBE31614}"/>
          </ac:spMkLst>
        </pc:spChg>
        <pc:picChg chg="add del mod">
          <ac:chgData name="Jyothi sree" userId="57e5eea5aa977fc8" providerId="LiveId" clId="{4DB75960-A40E-4007-B906-464FB212F541}" dt="2025-06-18T15:58:27.524" v="195" actId="21"/>
          <ac:picMkLst>
            <pc:docMk/>
            <pc:sldMk cId="546522152" sldId="257"/>
            <ac:picMk id="1026" creationId="{336B9907-A0D2-8A2F-87F0-3C14434FD76E}"/>
          </ac:picMkLst>
        </pc:picChg>
      </pc:sldChg>
      <pc:sldChg chg="addSp new">
        <pc:chgData name="Jyothi sree" userId="57e5eea5aa977fc8" providerId="LiveId" clId="{4DB75960-A40E-4007-B906-464FB212F541}" dt="2025-06-18T10:51:52.150" v="50"/>
        <pc:sldMkLst>
          <pc:docMk/>
          <pc:sldMk cId="3439025868" sldId="258"/>
        </pc:sldMkLst>
        <pc:picChg chg="add">
          <ac:chgData name="Jyothi sree" userId="57e5eea5aa977fc8" providerId="LiveId" clId="{4DB75960-A40E-4007-B906-464FB212F541}" dt="2025-06-18T10:51:52.150" v="50"/>
          <ac:picMkLst>
            <pc:docMk/>
            <pc:sldMk cId="3439025868" sldId="258"/>
            <ac:picMk id="2050" creationId="{E0E50577-AF39-8664-1ABE-2906C0C4677C}"/>
          </ac:picMkLst>
        </pc:picChg>
      </pc:sldChg>
      <pc:sldChg chg="addSp delSp modSp new mod setBg">
        <pc:chgData name="Jyothi sree" userId="57e5eea5aa977fc8" providerId="LiveId" clId="{4DB75960-A40E-4007-B906-464FB212F541}" dt="2025-06-18T16:29:27.988" v="318" actId="26606"/>
        <pc:sldMkLst>
          <pc:docMk/>
          <pc:sldMk cId="1190297600" sldId="259"/>
        </pc:sldMkLst>
        <pc:spChg chg="del">
          <ac:chgData name="Jyothi sree" userId="57e5eea5aa977fc8" providerId="LiveId" clId="{4DB75960-A40E-4007-B906-464FB212F541}" dt="2025-06-18T16:28:57.194" v="312" actId="478"/>
          <ac:spMkLst>
            <pc:docMk/>
            <pc:sldMk cId="1190297600" sldId="259"/>
            <ac:spMk id="2" creationId="{2895320E-A376-D962-62CD-D59DCECA1A13}"/>
          </ac:spMkLst>
        </pc:spChg>
        <pc:spChg chg="del">
          <ac:chgData name="Jyothi sree" userId="57e5eea5aa977fc8" providerId="LiveId" clId="{4DB75960-A40E-4007-B906-464FB212F541}" dt="2025-06-18T16:29:00.941" v="313" actId="478"/>
          <ac:spMkLst>
            <pc:docMk/>
            <pc:sldMk cId="1190297600" sldId="259"/>
            <ac:spMk id="3" creationId="{427F1684-81D0-0A90-0142-B089FD48B8CE}"/>
          </ac:spMkLst>
        </pc:spChg>
        <pc:spChg chg="add">
          <ac:chgData name="Jyothi sree" userId="57e5eea5aa977fc8" providerId="LiveId" clId="{4DB75960-A40E-4007-B906-464FB212F541}" dt="2025-06-18T16:29:27.988" v="318" actId="26606"/>
          <ac:spMkLst>
            <pc:docMk/>
            <pc:sldMk cId="1190297600" sldId="259"/>
            <ac:spMk id="3079" creationId="{DB8D5541-7726-BA46-8BFA-BF6AA8D42BD7}"/>
          </ac:spMkLst>
        </pc:spChg>
        <pc:spChg chg="add">
          <ac:chgData name="Jyothi sree" userId="57e5eea5aa977fc8" providerId="LiveId" clId="{4DB75960-A40E-4007-B906-464FB212F541}" dt="2025-06-18T16:29:27.988" v="318" actId="26606"/>
          <ac:spMkLst>
            <pc:docMk/>
            <pc:sldMk cId="1190297600" sldId="259"/>
            <ac:spMk id="3081" creationId="{97F434CF-7503-CE4F-8426-C312C6315AD0}"/>
          </ac:spMkLst>
        </pc:spChg>
        <pc:spChg chg="add">
          <ac:chgData name="Jyothi sree" userId="57e5eea5aa977fc8" providerId="LiveId" clId="{4DB75960-A40E-4007-B906-464FB212F541}" dt="2025-06-18T16:29:27.988" v="318" actId="26606"/>
          <ac:spMkLst>
            <pc:docMk/>
            <pc:sldMk cId="1190297600" sldId="259"/>
            <ac:spMk id="3083" creationId="{FEDBFB2F-FE34-E349-9484-C275FBE31614}"/>
          </ac:spMkLst>
        </pc:spChg>
        <pc:spChg chg="add">
          <ac:chgData name="Jyothi sree" userId="57e5eea5aa977fc8" providerId="LiveId" clId="{4DB75960-A40E-4007-B906-464FB212F541}" dt="2025-06-18T16:29:27.988" v="318" actId="26606"/>
          <ac:spMkLst>
            <pc:docMk/>
            <pc:sldMk cId="1190297600" sldId="259"/>
            <ac:spMk id="3085" creationId="{F6747103-26DE-C441-9AEF-B6F786FC1104}"/>
          </ac:spMkLst>
        </pc:spChg>
        <pc:picChg chg="add mod">
          <ac:chgData name="Jyothi sree" userId="57e5eea5aa977fc8" providerId="LiveId" clId="{4DB75960-A40E-4007-B906-464FB212F541}" dt="2025-06-18T16:29:27.988" v="318" actId="26606"/>
          <ac:picMkLst>
            <pc:docMk/>
            <pc:sldMk cId="1190297600" sldId="259"/>
            <ac:picMk id="3074" creationId="{C162A750-95F0-D281-C276-27B60DC8D410}"/>
          </ac:picMkLst>
        </pc:picChg>
      </pc:sldChg>
      <pc:sldChg chg="addSp delSp modSp new del mod">
        <pc:chgData name="Jyothi sree" userId="57e5eea5aa977fc8" providerId="LiveId" clId="{4DB75960-A40E-4007-B906-464FB212F541}" dt="2025-06-18T17:51:34.646" v="337" actId="47"/>
        <pc:sldMkLst>
          <pc:docMk/>
          <pc:sldMk cId="2853943566" sldId="260"/>
        </pc:sldMkLst>
        <pc:spChg chg="del">
          <ac:chgData name="Jyothi sree" userId="57e5eea5aa977fc8" providerId="LiveId" clId="{4DB75960-A40E-4007-B906-464FB212F541}" dt="2025-06-18T16:51:18.937" v="319" actId="478"/>
          <ac:spMkLst>
            <pc:docMk/>
            <pc:sldMk cId="2853943566" sldId="260"/>
            <ac:spMk id="2" creationId="{4FB7D274-D330-BE5F-5C5D-DD66F7C182A5}"/>
          </ac:spMkLst>
        </pc:spChg>
        <pc:spChg chg="del">
          <ac:chgData name="Jyothi sree" userId="57e5eea5aa977fc8" providerId="LiveId" clId="{4DB75960-A40E-4007-B906-464FB212F541}" dt="2025-06-18T16:51:21.398" v="320" actId="478"/>
          <ac:spMkLst>
            <pc:docMk/>
            <pc:sldMk cId="2853943566" sldId="260"/>
            <ac:spMk id="3" creationId="{F2DBEF3A-4A16-E4AB-3A29-E9B79A017652}"/>
          </ac:spMkLst>
        </pc:spChg>
        <pc:picChg chg="add del mod">
          <ac:chgData name="Jyothi sree" userId="57e5eea5aa977fc8" providerId="LiveId" clId="{4DB75960-A40E-4007-B906-464FB212F541}" dt="2025-06-18T17:51:28.787" v="335" actId="21"/>
          <ac:picMkLst>
            <pc:docMk/>
            <pc:sldMk cId="2853943566" sldId="260"/>
            <ac:picMk id="5" creationId="{A9A5423B-D8BE-7B31-98C6-F0BEFAF8CEB5}"/>
          </ac:picMkLst>
        </pc:picChg>
        <pc:picChg chg="add del mod">
          <ac:chgData name="Jyothi sree" userId="57e5eea5aa977fc8" providerId="LiveId" clId="{4DB75960-A40E-4007-B906-464FB212F541}" dt="2025-06-18T17:51:28.787" v="335" actId="21"/>
          <ac:picMkLst>
            <pc:docMk/>
            <pc:sldMk cId="2853943566" sldId="260"/>
            <ac:picMk id="7" creationId="{8B793889-7058-B48B-690E-553025DF1CEE}"/>
          </ac:picMkLst>
        </pc:picChg>
        <pc:picChg chg="add del mod">
          <ac:chgData name="Jyothi sree" userId="57e5eea5aa977fc8" providerId="LiveId" clId="{4DB75960-A40E-4007-B906-464FB212F541}" dt="2025-06-18T17:51:28.787" v="335" actId="21"/>
          <ac:picMkLst>
            <pc:docMk/>
            <pc:sldMk cId="2853943566" sldId="260"/>
            <ac:picMk id="9" creationId="{794474EA-2A2E-DFCB-D48C-D3C3732366F5}"/>
          </ac:picMkLst>
        </pc:picChg>
        <pc:picChg chg="add del mod">
          <ac:chgData name="Jyothi sree" userId="57e5eea5aa977fc8" providerId="LiveId" clId="{4DB75960-A40E-4007-B906-464FB212F541}" dt="2025-06-18T17:51:28.787" v="335" actId="21"/>
          <ac:picMkLst>
            <pc:docMk/>
            <pc:sldMk cId="2853943566" sldId="260"/>
            <ac:picMk id="11" creationId="{C3B04DA8-5880-283C-9C6C-597627EA29B6}"/>
          </ac:picMkLst>
        </pc:picChg>
        <pc:picChg chg="add del mod">
          <ac:chgData name="Jyothi sree" userId="57e5eea5aa977fc8" providerId="LiveId" clId="{4DB75960-A40E-4007-B906-464FB212F541}" dt="2025-06-18T17:48:43.126" v="321" actId="478"/>
          <ac:picMkLst>
            <pc:docMk/>
            <pc:sldMk cId="2853943566" sldId="260"/>
            <ac:picMk id="4098" creationId="{5443DA47-6841-83C2-0891-02836A127DC1}"/>
          </ac:picMkLst>
        </pc:picChg>
      </pc:sldChg>
      <pc:sldChg chg="addSp delSp modSp new mod setBg">
        <pc:chgData name="Jyothi sree" userId="57e5eea5aa977fc8" providerId="LiveId" clId="{4DB75960-A40E-4007-B906-464FB212F541}" dt="2025-06-18T15:54:48.522" v="181" actId="1076"/>
        <pc:sldMkLst>
          <pc:docMk/>
          <pc:sldMk cId="2489397364" sldId="261"/>
        </pc:sldMkLst>
        <pc:spChg chg="del">
          <ac:chgData name="Jyothi sree" userId="57e5eea5aa977fc8" providerId="LiveId" clId="{4DB75960-A40E-4007-B906-464FB212F541}" dt="2025-06-18T15:40:44.249" v="58" actId="478"/>
          <ac:spMkLst>
            <pc:docMk/>
            <pc:sldMk cId="2489397364" sldId="261"/>
            <ac:spMk id="2" creationId="{C0DC1F18-967A-FC6E-15A6-424F42DDF8F5}"/>
          </ac:spMkLst>
        </pc:spChg>
        <pc:spChg chg="del">
          <ac:chgData name="Jyothi sree" userId="57e5eea5aa977fc8" providerId="LiveId" clId="{4DB75960-A40E-4007-B906-464FB212F541}" dt="2025-06-18T15:40:45.655" v="59" actId="478"/>
          <ac:spMkLst>
            <pc:docMk/>
            <pc:sldMk cId="2489397364" sldId="261"/>
            <ac:spMk id="3" creationId="{E3942C10-1DF3-8E08-DD0C-7108F5726BDA}"/>
          </ac:spMkLst>
        </pc:spChg>
        <pc:spChg chg="add del mod">
          <ac:chgData name="Jyothi sree" userId="57e5eea5aa977fc8" providerId="LiveId" clId="{4DB75960-A40E-4007-B906-464FB212F541}" dt="2025-06-18T15:52:57.942" v="125"/>
          <ac:spMkLst>
            <pc:docMk/>
            <pc:sldMk cId="2489397364" sldId="261"/>
            <ac:spMk id="5" creationId="{7A69751E-B402-1F73-1948-6EDE4BFC6A2D}"/>
          </ac:spMkLst>
        </pc:spChg>
        <pc:spChg chg="add mod">
          <ac:chgData name="Jyothi sree" userId="57e5eea5aa977fc8" providerId="LiveId" clId="{4DB75960-A40E-4007-B906-464FB212F541}" dt="2025-06-18T15:53:51.868" v="144" actId="20577"/>
          <ac:spMkLst>
            <pc:docMk/>
            <pc:sldMk cId="2489397364" sldId="261"/>
            <ac:spMk id="7" creationId="{2A0B9A00-5EDF-83F8-5D87-167D38081752}"/>
          </ac:spMkLst>
        </pc:spChg>
        <pc:spChg chg="add del">
          <ac:chgData name="Jyothi sree" userId="57e5eea5aa977fc8" providerId="LiveId" clId="{4DB75960-A40E-4007-B906-464FB212F541}" dt="2025-06-18T15:53:17.459" v="129" actId="26606"/>
          <ac:spMkLst>
            <pc:docMk/>
            <pc:sldMk cId="2489397364" sldId="261"/>
            <ac:spMk id="16" creationId="{579E3846-8D0B-B14A-817A-7FAC9DDAB4D8}"/>
          </ac:spMkLst>
        </pc:spChg>
        <pc:spChg chg="add del">
          <ac:chgData name="Jyothi sree" userId="57e5eea5aa977fc8" providerId="LiveId" clId="{4DB75960-A40E-4007-B906-464FB212F541}" dt="2025-06-18T15:53:17.459" v="129" actId="26606"/>
          <ac:spMkLst>
            <pc:docMk/>
            <pc:sldMk cId="2489397364" sldId="261"/>
            <ac:spMk id="18" creationId="{A12C7CBA-A034-9548-BC45-D37C25C0087C}"/>
          </ac:spMkLst>
        </pc:spChg>
        <pc:spChg chg="add del">
          <ac:chgData name="Jyothi sree" userId="57e5eea5aa977fc8" providerId="LiveId" clId="{4DB75960-A40E-4007-B906-464FB212F541}" dt="2025-06-18T15:53:17.459" v="129" actId="26606"/>
          <ac:spMkLst>
            <pc:docMk/>
            <pc:sldMk cId="2489397364" sldId="261"/>
            <ac:spMk id="20" creationId="{5449ED22-D9F5-F848-A98A-7181D4EE7A7B}"/>
          </ac:spMkLst>
        </pc:spChg>
        <pc:picChg chg="add mod">
          <ac:chgData name="Jyothi sree" userId="57e5eea5aa977fc8" providerId="LiveId" clId="{4DB75960-A40E-4007-B906-464FB212F541}" dt="2025-06-18T15:54:44.976" v="180" actId="1035"/>
          <ac:picMkLst>
            <pc:docMk/>
            <pc:sldMk cId="2489397364" sldId="261"/>
            <ac:picMk id="9" creationId="{0162FE60-3DE4-CCD6-75A5-C3687EE86239}"/>
          </ac:picMkLst>
        </pc:picChg>
        <pc:picChg chg="add mod">
          <ac:chgData name="Jyothi sree" userId="57e5eea5aa977fc8" providerId="LiveId" clId="{4DB75960-A40E-4007-B906-464FB212F541}" dt="2025-06-18T15:54:48.522" v="181" actId="1076"/>
          <ac:picMkLst>
            <pc:docMk/>
            <pc:sldMk cId="2489397364" sldId="261"/>
            <ac:picMk id="11" creationId="{4CE45FF2-488A-580D-E9A4-DADECC0E252C}"/>
          </ac:picMkLst>
        </pc:picChg>
      </pc:sldChg>
      <pc:sldChg chg="addSp modSp new add del mod">
        <pc:chgData name="Jyothi sree" userId="57e5eea5aa977fc8" providerId="LiveId" clId="{4DB75960-A40E-4007-B906-464FB212F541}" dt="2025-06-18T16:04:21.091" v="279" actId="1076"/>
        <pc:sldMkLst>
          <pc:docMk/>
          <pc:sldMk cId="2999604413" sldId="262"/>
        </pc:sldMkLst>
        <pc:spChg chg="add mod">
          <ac:chgData name="Jyothi sree" userId="57e5eea5aa977fc8" providerId="LiveId" clId="{4DB75960-A40E-4007-B906-464FB212F541}" dt="2025-06-18T16:04:13.164" v="276" actId="1076"/>
          <ac:spMkLst>
            <pc:docMk/>
            <pc:sldMk cId="2999604413" sldId="262"/>
            <ac:spMk id="2" creationId="{1221CBC8-6FA6-0E39-B767-69A34CEB8AC6}"/>
          </ac:spMkLst>
        </pc:spChg>
        <pc:spChg chg="add mod">
          <ac:chgData name="Jyothi sree" userId="57e5eea5aa977fc8" providerId="LiveId" clId="{4DB75960-A40E-4007-B906-464FB212F541}" dt="2025-06-18T16:04:08.089" v="275" actId="14100"/>
          <ac:spMkLst>
            <pc:docMk/>
            <pc:sldMk cId="2999604413" sldId="262"/>
            <ac:spMk id="4" creationId="{376C2DFF-13A8-D7D9-41B3-7B233B0B6F61}"/>
          </ac:spMkLst>
        </pc:spChg>
        <pc:spChg chg="add mod">
          <ac:chgData name="Jyothi sree" userId="57e5eea5aa977fc8" providerId="LiveId" clId="{4DB75960-A40E-4007-B906-464FB212F541}" dt="2025-06-18T16:02:27.290" v="264" actId="1076"/>
          <ac:spMkLst>
            <pc:docMk/>
            <pc:sldMk cId="2999604413" sldId="262"/>
            <ac:spMk id="5" creationId="{E771DFB2-3CBF-C18B-CCAD-F5040692D03D}"/>
          </ac:spMkLst>
        </pc:spChg>
        <pc:spChg chg="add mod">
          <ac:chgData name="Jyothi sree" userId="57e5eea5aa977fc8" providerId="LiveId" clId="{4DB75960-A40E-4007-B906-464FB212F541}" dt="2025-06-18T16:03:57.375" v="273" actId="1076"/>
          <ac:spMkLst>
            <pc:docMk/>
            <pc:sldMk cId="2999604413" sldId="262"/>
            <ac:spMk id="7" creationId="{23887DFB-AC55-FC04-4174-077EEFF4A714}"/>
          </ac:spMkLst>
        </pc:spChg>
        <pc:picChg chg="add mod">
          <ac:chgData name="Jyothi sree" userId="57e5eea5aa977fc8" providerId="LiveId" clId="{4DB75960-A40E-4007-B906-464FB212F541}" dt="2025-06-18T16:04:21.091" v="279" actId="1076"/>
          <ac:picMkLst>
            <pc:docMk/>
            <pc:sldMk cId="2999604413" sldId="262"/>
            <ac:picMk id="1026" creationId="{336B9907-A0D2-8A2F-87F0-3C14434FD76E}"/>
          </ac:picMkLst>
        </pc:picChg>
      </pc:sldChg>
      <pc:sldChg chg="addSp modSp new mod setBg">
        <pc:chgData name="Jyothi sree" userId="57e5eea5aa977fc8" providerId="LiveId" clId="{4DB75960-A40E-4007-B906-464FB212F541}" dt="2025-06-19T05:19:27.077" v="811" actId="20577"/>
        <pc:sldMkLst>
          <pc:docMk/>
          <pc:sldMk cId="35685851" sldId="263"/>
        </pc:sldMkLst>
        <pc:spChg chg="add mod">
          <ac:chgData name="Jyothi sree" userId="57e5eea5aa977fc8" providerId="LiveId" clId="{4DB75960-A40E-4007-B906-464FB212F541}" dt="2025-06-19T05:19:27.077" v="811" actId="20577"/>
          <ac:spMkLst>
            <pc:docMk/>
            <pc:sldMk cId="35685851" sldId="263"/>
            <ac:spMk id="3" creationId="{566CF8F4-DBD0-E13F-D178-BE9925FC03BB}"/>
          </ac:spMkLst>
        </pc:spChg>
        <pc:spChg chg="add">
          <ac:chgData name="Jyothi sree" userId="57e5eea5aa977fc8" providerId="LiveId" clId="{4DB75960-A40E-4007-B906-464FB212F541}" dt="2025-06-18T16:09:02.179" v="287"/>
          <ac:spMkLst>
            <pc:docMk/>
            <pc:sldMk cId="35685851" sldId="263"/>
            <ac:spMk id="4" creationId="{0F135385-DC93-E1C7-9AA9-6DEF7938197E}"/>
          </ac:spMkLst>
        </pc:spChg>
        <pc:spChg chg="add">
          <ac:chgData name="Jyothi sree" userId="57e5eea5aa977fc8" providerId="LiveId" clId="{4DB75960-A40E-4007-B906-464FB212F541}" dt="2025-06-18T16:09:05.547" v="288"/>
          <ac:spMkLst>
            <pc:docMk/>
            <pc:sldMk cId="35685851" sldId="263"/>
            <ac:spMk id="5" creationId="{5F3074F7-1FB0-216F-15A9-A07B1F7A6AA4}"/>
          </ac:spMkLst>
        </pc:spChg>
        <pc:spChg chg="add mod">
          <ac:chgData name="Jyothi sree" userId="57e5eea5aa977fc8" providerId="LiveId" clId="{4DB75960-A40E-4007-B906-464FB212F541}" dt="2025-06-19T05:18:56.399" v="804" actId="27107"/>
          <ac:spMkLst>
            <pc:docMk/>
            <pc:sldMk cId="35685851" sldId="263"/>
            <ac:spMk id="6" creationId="{A92C636E-0681-C24B-2149-D7E813DE43F9}"/>
          </ac:spMkLst>
        </pc:spChg>
        <pc:spChg chg="add">
          <ac:chgData name="Jyothi sree" userId="57e5eea5aa977fc8" providerId="LiveId" clId="{4DB75960-A40E-4007-B906-464FB212F541}" dt="2025-06-18T16:25:08.547" v="300" actId="26606"/>
          <ac:spMkLst>
            <pc:docMk/>
            <pc:sldMk cId="35685851" sldId="263"/>
            <ac:spMk id="15" creationId="{9F291BE0-7A7E-D04F-974F-9F4577FB2F46}"/>
          </ac:spMkLst>
        </pc:spChg>
        <pc:spChg chg="add">
          <ac:chgData name="Jyothi sree" userId="57e5eea5aa977fc8" providerId="LiveId" clId="{4DB75960-A40E-4007-B906-464FB212F541}" dt="2025-06-18T16:25:08.547" v="300" actId="26606"/>
          <ac:spMkLst>
            <pc:docMk/>
            <pc:sldMk cId="35685851" sldId="263"/>
            <ac:spMk id="17" creationId="{BD33FF1F-6094-0B4A-A3E4-6B0D9283DB44}"/>
          </ac:spMkLst>
        </pc:spChg>
        <pc:spChg chg="add">
          <ac:chgData name="Jyothi sree" userId="57e5eea5aa977fc8" providerId="LiveId" clId="{4DB75960-A40E-4007-B906-464FB212F541}" dt="2025-06-18T16:25:08.547" v="300" actId="26606"/>
          <ac:spMkLst>
            <pc:docMk/>
            <pc:sldMk cId="35685851" sldId="263"/>
            <ac:spMk id="19" creationId="{B78A6D9C-C7A5-414B-8CB7-E31470D7D280}"/>
          </ac:spMkLst>
        </pc:spChg>
        <pc:spChg chg="add">
          <ac:chgData name="Jyothi sree" userId="57e5eea5aa977fc8" providerId="LiveId" clId="{4DB75960-A40E-4007-B906-464FB212F541}" dt="2025-06-18T16:25:08.547" v="300" actId="26606"/>
          <ac:spMkLst>
            <pc:docMk/>
            <pc:sldMk cId="35685851" sldId="263"/>
            <ac:spMk id="21" creationId="{579E3846-8D0B-B14A-817A-7FAC9DDAB4D8}"/>
          </ac:spMkLst>
        </pc:spChg>
        <pc:spChg chg="add">
          <ac:chgData name="Jyothi sree" userId="57e5eea5aa977fc8" providerId="LiveId" clId="{4DB75960-A40E-4007-B906-464FB212F541}" dt="2025-06-18T16:25:08.547" v="300" actId="26606"/>
          <ac:spMkLst>
            <pc:docMk/>
            <pc:sldMk cId="35685851" sldId="263"/>
            <ac:spMk id="23" creationId="{BE50E7BE-734F-224D-B03E-074DE1D12480}"/>
          </ac:spMkLst>
        </pc:spChg>
        <pc:spChg chg="add">
          <ac:chgData name="Jyothi sree" userId="57e5eea5aa977fc8" providerId="LiveId" clId="{4DB75960-A40E-4007-B906-464FB212F541}" dt="2025-06-18T16:25:08.547" v="300" actId="26606"/>
          <ac:spMkLst>
            <pc:docMk/>
            <pc:sldMk cId="35685851" sldId="263"/>
            <ac:spMk id="25" creationId="{DCA5172B-100A-154D-8648-280629D67DD0}"/>
          </ac:spMkLst>
        </pc:spChg>
        <pc:picChg chg="add mod ord">
          <ac:chgData name="Jyothi sree" userId="57e5eea5aa977fc8" providerId="LiveId" clId="{4DB75960-A40E-4007-B906-464FB212F541}" dt="2025-06-18T16:25:27.993" v="303" actId="1076"/>
          <ac:picMkLst>
            <pc:docMk/>
            <pc:sldMk cId="35685851" sldId="263"/>
            <ac:picMk id="8" creationId="{CC1BE3D6-A5A5-7AAF-7E60-F48EABC0EE18}"/>
          </ac:picMkLst>
        </pc:picChg>
        <pc:picChg chg="add mod">
          <ac:chgData name="Jyothi sree" userId="57e5eea5aa977fc8" providerId="LiveId" clId="{4DB75960-A40E-4007-B906-464FB212F541}" dt="2025-06-18T16:28:40.562" v="311" actId="1036"/>
          <ac:picMkLst>
            <pc:docMk/>
            <pc:sldMk cId="35685851" sldId="263"/>
            <ac:picMk id="10" creationId="{173C9CDE-B243-71F6-C41F-FCBFA552FE6C}"/>
          </ac:picMkLst>
        </pc:picChg>
      </pc:sldChg>
      <pc:sldChg chg="addSp delSp modSp new mod">
        <pc:chgData name="Jyothi sree" userId="57e5eea5aa977fc8" providerId="LiveId" clId="{4DB75960-A40E-4007-B906-464FB212F541}" dt="2025-06-18T18:10:50.624" v="434" actId="1076"/>
        <pc:sldMkLst>
          <pc:docMk/>
          <pc:sldMk cId="877445927" sldId="264"/>
        </pc:sldMkLst>
        <pc:spChg chg="add mod">
          <ac:chgData name="Jyothi sree" userId="57e5eea5aa977fc8" providerId="LiveId" clId="{4DB75960-A40E-4007-B906-464FB212F541}" dt="2025-06-18T18:09:06.865" v="397" actId="1076"/>
          <ac:spMkLst>
            <pc:docMk/>
            <pc:sldMk cId="877445927" sldId="264"/>
            <ac:spMk id="2" creationId="{C98DFF56-76F4-79D3-93C7-81468CE49121}"/>
          </ac:spMkLst>
        </pc:spChg>
        <pc:spChg chg="add mod">
          <ac:chgData name="Jyothi sree" userId="57e5eea5aa977fc8" providerId="LiveId" clId="{4DB75960-A40E-4007-B906-464FB212F541}" dt="2025-06-18T18:10:06.126" v="424" actId="20577"/>
          <ac:spMkLst>
            <pc:docMk/>
            <pc:sldMk cId="877445927" sldId="264"/>
            <ac:spMk id="4" creationId="{80C26618-5241-C6C1-C18F-12AC5CD61DFB}"/>
          </ac:spMkLst>
        </pc:spChg>
        <pc:spChg chg="add del">
          <ac:chgData name="Jyothi sree" userId="57e5eea5aa977fc8" providerId="LiveId" clId="{4DB75960-A40E-4007-B906-464FB212F541}" dt="2025-06-18T17:57:19.467" v="371" actId="22"/>
          <ac:spMkLst>
            <pc:docMk/>
            <pc:sldMk cId="877445927" sldId="264"/>
            <ac:spMk id="8" creationId="{8FD98A69-F650-514F-4A6F-9BD0728EC85D}"/>
          </ac:spMkLst>
        </pc:spChg>
        <pc:spChg chg="add mod">
          <ac:chgData name="Jyothi sree" userId="57e5eea5aa977fc8" providerId="LiveId" clId="{4DB75960-A40E-4007-B906-464FB212F541}" dt="2025-06-18T18:09:22.948" v="403" actId="1076"/>
          <ac:spMkLst>
            <pc:docMk/>
            <pc:sldMk cId="877445927" sldId="264"/>
            <ac:spMk id="12" creationId="{EF3F1BB7-B9BD-3F77-A820-04038FD7AC12}"/>
          </ac:spMkLst>
        </pc:spChg>
        <pc:spChg chg="add mod">
          <ac:chgData name="Jyothi sree" userId="57e5eea5aa977fc8" providerId="LiveId" clId="{4DB75960-A40E-4007-B906-464FB212F541}" dt="2025-06-18T18:10:39.344" v="429" actId="1076"/>
          <ac:spMkLst>
            <pc:docMk/>
            <pc:sldMk cId="877445927" sldId="264"/>
            <ac:spMk id="13" creationId="{2FF4E290-3F71-EF50-86EB-F996221F4ECD}"/>
          </ac:spMkLst>
        </pc:spChg>
        <pc:spChg chg="add mod">
          <ac:chgData name="Jyothi sree" userId="57e5eea5aa977fc8" providerId="LiveId" clId="{4DB75960-A40E-4007-B906-464FB212F541}" dt="2025-06-18T18:10:35.507" v="428" actId="1076"/>
          <ac:spMkLst>
            <pc:docMk/>
            <pc:sldMk cId="877445927" sldId="264"/>
            <ac:spMk id="14" creationId="{B8276FD2-29E8-A69F-E942-F91E209BABFB}"/>
          </ac:spMkLst>
        </pc:spChg>
        <pc:picChg chg="add mod">
          <ac:chgData name="Jyothi sree" userId="57e5eea5aa977fc8" providerId="LiveId" clId="{4DB75960-A40E-4007-B906-464FB212F541}" dt="2025-06-18T18:09:28.693" v="405" actId="1076"/>
          <ac:picMkLst>
            <pc:docMk/>
            <pc:sldMk cId="877445927" sldId="264"/>
            <ac:picMk id="5" creationId="{A9A5423B-D8BE-7B31-98C6-F0BEFAF8CEB5}"/>
          </ac:picMkLst>
        </pc:picChg>
        <pc:picChg chg="add mod modCrop">
          <ac:chgData name="Jyothi sree" userId="57e5eea5aa977fc8" providerId="LiveId" clId="{4DB75960-A40E-4007-B906-464FB212F541}" dt="2025-06-18T18:09:46.015" v="410" actId="1076"/>
          <ac:picMkLst>
            <pc:docMk/>
            <pc:sldMk cId="877445927" sldId="264"/>
            <ac:picMk id="7" creationId="{8B793889-7058-B48B-690E-553025DF1CEE}"/>
          </ac:picMkLst>
        </pc:picChg>
        <pc:picChg chg="add mod">
          <ac:chgData name="Jyothi sree" userId="57e5eea5aa977fc8" providerId="LiveId" clId="{4DB75960-A40E-4007-B906-464FB212F541}" dt="2025-06-18T18:09:33.612" v="406" actId="1076"/>
          <ac:picMkLst>
            <pc:docMk/>
            <pc:sldMk cId="877445927" sldId="264"/>
            <ac:picMk id="9" creationId="{794474EA-2A2E-DFCB-D48C-D3C3732366F5}"/>
          </ac:picMkLst>
        </pc:picChg>
        <pc:picChg chg="add mod">
          <ac:chgData name="Jyothi sree" userId="57e5eea5aa977fc8" providerId="LiveId" clId="{4DB75960-A40E-4007-B906-464FB212F541}" dt="2025-06-18T18:09:57.705" v="413" actId="14100"/>
          <ac:picMkLst>
            <pc:docMk/>
            <pc:sldMk cId="877445927" sldId="264"/>
            <ac:picMk id="11" creationId="{C3B04DA8-5880-283C-9C6C-597627EA29B6}"/>
          </ac:picMkLst>
        </pc:picChg>
        <pc:picChg chg="add mod">
          <ac:chgData name="Jyothi sree" userId="57e5eea5aa977fc8" providerId="LiveId" clId="{4DB75960-A40E-4007-B906-464FB212F541}" dt="2025-06-18T18:10:44.263" v="432" actId="1076"/>
          <ac:picMkLst>
            <pc:docMk/>
            <pc:sldMk cId="877445927" sldId="264"/>
            <ac:picMk id="15" creationId="{12A099DA-7F5D-00BD-C212-468B159F5F8E}"/>
          </ac:picMkLst>
        </pc:picChg>
        <pc:picChg chg="add mod">
          <ac:chgData name="Jyothi sree" userId="57e5eea5aa977fc8" providerId="LiveId" clId="{4DB75960-A40E-4007-B906-464FB212F541}" dt="2025-06-18T18:10:50.624" v="434" actId="1076"/>
          <ac:picMkLst>
            <pc:docMk/>
            <pc:sldMk cId="877445927" sldId="264"/>
            <ac:picMk id="16" creationId="{82FB8D25-C359-5028-82B3-6AF79D9ED3A2}"/>
          </ac:picMkLst>
        </pc:picChg>
      </pc:sldChg>
      <pc:sldChg chg="addSp delSp modSp new mod">
        <pc:chgData name="Jyothi sree" userId="57e5eea5aa977fc8" providerId="LiveId" clId="{4DB75960-A40E-4007-B906-464FB212F541}" dt="2025-06-18T18:13:20.095" v="448" actId="1076"/>
        <pc:sldMkLst>
          <pc:docMk/>
          <pc:sldMk cId="1265286949" sldId="265"/>
        </pc:sldMkLst>
        <pc:spChg chg="add del mod">
          <ac:chgData name="Jyothi sree" userId="57e5eea5aa977fc8" providerId="LiveId" clId="{4DB75960-A40E-4007-B906-464FB212F541}" dt="2025-06-18T18:10:19.770" v="425" actId="21"/>
          <ac:spMkLst>
            <pc:docMk/>
            <pc:sldMk cId="1265286949" sldId="265"/>
            <ac:spMk id="2" creationId="{2FF4E290-3F71-EF50-86EB-F996221F4ECD}"/>
          </ac:spMkLst>
        </pc:spChg>
        <pc:spChg chg="add del mod">
          <ac:chgData name="Jyothi sree" userId="57e5eea5aa977fc8" providerId="LiveId" clId="{4DB75960-A40E-4007-B906-464FB212F541}" dt="2025-06-18T18:10:19.770" v="425" actId="21"/>
          <ac:spMkLst>
            <pc:docMk/>
            <pc:sldMk cId="1265286949" sldId="265"/>
            <ac:spMk id="4" creationId="{B8276FD2-29E8-A69F-E942-F91E209BABFB}"/>
          </ac:spMkLst>
        </pc:spChg>
        <pc:spChg chg="add mod">
          <ac:chgData name="Jyothi sree" userId="57e5eea5aa977fc8" providerId="LiveId" clId="{4DB75960-A40E-4007-B906-464FB212F541}" dt="2025-06-18T18:11:34.776" v="439" actId="21"/>
          <ac:spMkLst>
            <pc:docMk/>
            <pc:sldMk cId="1265286949" sldId="265"/>
            <ac:spMk id="9" creationId="{CE65F672-F9E8-E45F-28E2-B9662EF1372A}"/>
          </ac:spMkLst>
        </pc:spChg>
        <pc:spChg chg="add mod">
          <ac:chgData name="Jyothi sree" userId="57e5eea5aa977fc8" providerId="LiveId" clId="{4DB75960-A40E-4007-B906-464FB212F541}" dt="2025-06-18T18:11:41.684" v="442" actId="255"/>
          <ac:spMkLst>
            <pc:docMk/>
            <pc:sldMk cId="1265286949" sldId="265"/>
            <ac:spMk id="11" creationId="{1BCEA4F3-9BA5-2383-F657-61615DE8B594}"/>
          </ac:spMkLst>
        </pc:spChg>
        <pc:picChg chg="add del mod">
          <ac:chgData name="Jyothi sree" userId="57e5eea5aa977fc8" providerId="LiveId" clId="{4DB75960-A40E-4007-B906-464FB212F541}" dt="2025-06-18T18:10:19.770" v="425" actId="21"/>
          <ac:picMkLst>
            <pc:docMk/>
            <pc:sldMk cId="1265286949" sldId="265"/>
            <ac:picMk id="6" creationId="{12A099DA-7F5D-00BD-C212-468B159F5F8E}"/>
          </ac:picMkLst>
        </pc:picChg>
        <pc:picChg chg="add del mod">
          <ac:chgData name="Jyothi sree" userId="57e5eea5aa977fc8" providerId="LiveId" clId="{4DB75960-A40E-4007-B906-464FB212F541}" dt="2025-06-18T18:10:19.770" v="425" actId="21"/>
          <ac:picMkLst>
            <pc:docMk/>
            <pc:sldMk cId="1265286949" sldId="265"/>
            <ac:picMk id="8" creationId="{82FB8D25-C359-5028-82B3-6AF79D9ED3A2}"/>
          </ac:picMkLst>
        </pc:picChg>
        <pc:picChg chg="add mod">
          <ac:chgData name="Jyothi sree" userId="57e5eea5aa977fc8" providerId="LiveId" clId="{4DB75960-A40E-4007-B906-464FB212F541}" dt="2025-06-18T18:13:06.925" v="446" actId="14100"/>
          <ac:picMkLst>
            <pc:docMk/>
            <pc:sldMk cId="1265286949" sldId="265"/>
            <ac:picMk id="13" creationId="{75000728-E33B-6998-33DC-EB62159A31A5}"/>
          </ac:picMkLst>
        </pc:picChg>
        <pc:picChg chg="add mod">
          <ac:chgData name="Jyothi sree" userId="57e5eea5aa977fc8" providerId="LiveId" clId="{4DB75960-A40E-4007-B906-464FB212F541}" dt="2025-06-18T18:13:20.095" v="448" actId="1076"/>
          <ac:picMkLst>
            <pc:docMk/>
            <pc:sldMk cId="1265286949" sldId="265"/>
            <ac:picMk id="14" creationId="{E06E5AB2-ACE5-5DC6-CB83-568BA59464AE}"/>
          </ac:picMkLst>
        </pc:picChg>
      </pc:sldChg>
      <pc:sldChg chg="addSp modSp new mod">
        <pc:chgData name="Jyothi sree" userId="57e5eea5aa977fc8" providerId="LiveId" clId="{4DB75960-A40E-4007-B906-464FB212F541}" dt="2025-06-18T18:36:58.696" v="573" actId="1076"/>
        <pc:sldMkLst>
          <pc:docMk/>
          <pc:sldMk cId="2397755618" sldId="266"/>
        </pc:sldMkLst>
        <pc:spChg chg="add mod">
          <ac:chgData name="Jyothi sree" userId="57e5eea5aa977fc8" providerId="LiveId" clId="{4DB75960-A40E-4007-B906-464FB212F541}" dt="2025-06-18T18:36:43.080" v="569" actId="1076"/>
          <ac:spMkLst>
            <pc:docMk/>
            <pc:sldMk cId="2397755618" sldId="266"/>
            <ac:spMk id="3" creationId="{B1835E7A-C191-9670-9893-45E43AF36430}"/>
          </ac:spMkLst>
        </pc:spChg>
        <pc:spChg chg="add mod">
          <ac:chgData name="Jyothi sree" userId="57e5eea5aa977fc8" providerId="LiveId" clId="{4DB75960-A40E-4007-B906-464FB212F541}" dt="2025-06-18T18:36:58.696" v="573" actId="1076"/>
          <ac:spMkLst>
            <pc:docMk/>
            <pc:sldMk cId="2397755618" sldId="266"/>
            <ac:spMk id="5" creationId="{C019E780-1FE9-F758-D6B0-B923DFD7D8D7}"/>
          </ac:spMkLst>
        </pc:spChg>
      </pc:sldChg>
      <pc:sldChg chg="new del">
        <pc:chgData name="Jyothi sree" userId="57e5eea5aa977fc8" providerId="LiveId" clId="{4DB75960-A40E-4007-B906-464FB212F541}" dt="2025-06-18T18:39:31.853" v="575" actId="47"/>
        <pc:sldMkLst>
          <pc:docMk/>
          <pc:sldMk cId="41158368" sldId="267"/>
        </pc:sldMkLst>
      </pc:sldChg>
      <pc:sldChg chg="addSp delSp modSp new mod setBg">
        <pc:chgData name="Jyothi sree" userId="57e5eea5aa977fc8" providerId="LiveId" clId="{4DB75960-A40E-4007-B906-464FB212F541}" dt="2025-06-18T18:48:21.064" v="595" actId="26606"/>
        <pc:sldMkLst>
          <pc:docMk/>
          <pc:sldMk cId="3342207390" sldId="267"/>
        </pc:sldMkLst>
        <pc:spChg chg="add mod">
          <ac:chgData name="Jyothi sree" userId="57e5eea5aa977fc8" providerId="LiveId" clId="{4DB75960-A40E-4007-B906-464FB212F541}" dt="2025-06-18T18:48:21.064" v="595" actId="26606"/>
          <ac:spMkLst>
            <pc:docMk/>
            <pc:sldMk cId="3342207390" sldId="267"/>
            <ac:spMk id="2" creationId="{C8831D2F-70B9-1A82-36C4-A86F915388F9}"/>
          </ac:spMkLst>
        </pc:spChg>
        <pc:spChg chg="add del">
          <ac:chgData name="Jyothi sree" userId="57e5eea5aa977fc8" providerId="LiveId" clId="{4DB75960-A40E-4007-B906-464FB212F541}" dt="2025-06-18T18:48:08.412" v="588" actId="26606"/>
          <ac:spMkLst>
            <pc:docMk/>
            <pc:sldMk cId="3342207390" sldId="267"/>
            <ac:spMk id="7" creationId="{1D227D51-204B-ED48-AF9A-0BE9633FE04A}"/>
          </ac:spMkLst>
        </pc:spChg>
        <pc:spChg chg="add del">
          <ac:chgData name="Jyothi sree" userId="57e5eea5aa977fc8" providerId="LiveId" clId="{4DB75960-A40E-4007-B906-464FB212F541}" dt="2025-06-18T18:48:08.412" v="588" actId="26606"/>
          <ac:spMkLst>
            <pc:docMk/>
            <pc:sldMk cId="3342207390" sldId="267"/>
            <ac:spMk id="9" creationId="{57A23F45-CDAE-8A40-8DE7-92A0BBC119B7}"/>
          </ac:spMkLst>
        </pc:spChg>
        <pc:spChg chg="add del">
          <ac:chgData name="Jyothi sree" userId="57e5eea5aa977fc8" providerId="LiveId" clId="{4DB75960-A40E-4007-B906-464FB212F541}" dt="2025-06-18T18:48:08.412" v="588" actId="26606"/>
          <ac:spMkLst>
            <pc:docMk/>
            <pc:sldMk cId="3342207390" sldId="267"/>
            <ac:spMk id="11" creationId="{68546383-CCC4-544B-B0D8-DE78DE39BB78}"/>
          </ac:spMkLst>
        </pc:spChg>
        <pc:spChg chg="add del">
          <ac:chgData name="Jyothi sree" userId="57e5eea5aa977fc8" providerId="LiveId" clId="{4DB75960-A40E-4007-B906-464FB212F541}" dt="2025-06-18T18:48:08.412" v="588" actId="26606"/>
          <ac:spMkLst>
            <pc:docMk/>
            <pc:sldMk cId="3342207390" sldId="267"/>
            <ac:spMk id="13" creationId="{6CA2C65D-0168-1245-86C8-62A8A6F7B813}"/>
          </ac:spMkLst>
        </pc:spChg>
        <pc:spChg chg="add del">
          <ac:chgData name="Jyothi sree" userId="57e5eea5aa977fc8" providerId="LiveId" clId="{4DB75960-A40E-4007-B906-464FB212F541}" dt="2025-06-18T18:48:08.412" v="588" actId="26606"/>
          <ac:spMkLst>
            <pc:docMk/>
            <pc:sldMk cId="3342207390" sldId="267"/>
            <ac:spMk id="15" creationId="{755E9273-3717-C94C-9BFF-75E87E47C46A}"/>
          </ac:spMkLst>
        </pc:spChg>
        <pc:spChg chg="add del">
          <ac:chgData name="Jyothi sree" userId="57e5eea5aa977fc8" providerId="LiveId" clId="{4DB75960-A40E-4007-B906-464FB212F541}" dt="2025-06-18T18:48:08.412" v="588" actId="26606"/>
          <ac:spMkLst>
            <pc:docMk/>
            <pc:sldMk cId="3342207390" sldId="267"/>
            <ac:spMk id="17" creationId="{8CDDD0E7-400D-8445-8B7E-EBD3C49708F7}"/>
          </ac:spMkLst>
        </pc:spChg>
        <pc:spChg chg="add del">
          <ac:chgData name="Jyothi sree" userId="57e5eea5aa977fc8" providerId="LiveId" clId="{4DB75960-A40E-4007-B906-464FB212F541}" dt="2025-06-18T18:48:08.412" v="588" actId="26606"/>
          <ac:spMkLst>
            <pc:docMk/>
            <pc:sldMk cId="3342207390" sldId="267"/>
            <ac:spMk id="19" creationId="{0EEDED63-E2FC-3743-A8A4-A50F9783541D}"/>
          </ac:spMkLst>
        </pc:spChg>
        <pc:spChg chg="add del">
          <ac:chgData name="Jyothi sree" userId="57e5eea5aa977fc8" providerId="LiveId" clId="{4DB75960-A40E-4007-B906-464FB212F541}" dt="2025-06-18T18:48:15.551" v="590" actId="26606"/>
          <ac:spMkLst>
            <pc:docMk/>
            <pc:sldMk cId="3342207390" sldId="267"/>
            <ac:spMk id="21" creationId="{1D227D51-204B-ED48-AF9A-0BE9633FE04A}"/>
          </ac:spMkLst>
        </pc:spChg>
        <pc:spChg chg="add del">
          <ac:chgData name="Jyothi sree" userId="57e5eea5aa977fc8" providerId="LiveId" clId="{4DB75960-A40E-4007-B906-464FB212F541}" dt="2025-06-18T18:48:15.551" v="590" actId="26606"/>
          <ac:spMkLst>
            <pc:docMk/>
            <pc:sldMk cId="3342207390" sldId="267"/>
            <ac:spMk id="22" creationId="{57A23F45-CDAE-8A40-8DE7-92A0BBC119B7}"/>
          </ac:spMkLst>
        </pc:spChg>
        <pc:spChg chg="add del">
          <ac:chgData name="Jyothi sree" userId="57e5eea5aa977fc8" providerId="LiveId" clId="{4DB75960-A40E-4007-B906-464FB212F541}" dt="2025-06-18T18:48:15.551" v="590" actId="26606"/>
          <ac:spMkLst>
            <pc:docMk/>
            <pc:sldMk cId="3342207390" sldId="267"/>
            <ac:spMk id="23" creationId="{68546383-CCC4-544B-B0D8-DE78DE39BB78}"/>
          </ac:spMkLst>
        </pc:spChg>
        <pc:spChg chg="add del">
          <ac:chgData name="Jyothi sree" userId="57e5eea5aa977fc8" providerId="LiveId" clId="{4DB75960-A40E-4007-B906-464FB212F541}" dt="2025-06-18T18:48:15.551" v="590" actId="26606"/>
          <ac:spMkLst>
            <pc:docMk/>
            <pc:sldMk cId="3342207390" sldId="267"/>
            <ac:spMk id="24" creationId="{6CA2C65D-0168-1245-86C8-62A8A6F7B813}"/>
          </ac:spMkLst>
        </pc:spChg>
        <pc:spChg chg="add del">
          <ac:chgData name="Jyothi sree" userId="57e5eea5aa977fc8" providerId="LiveId" clId="{4DB75960-A40E-4007-B906-464FB212F541}" dt="2025-06-18T18:48:15.551" v="590" actId="26606"/>
          <ac:spMkLst>
            <pc:docMk/>
            <pc:sldMk cId="3342207390" sldId="267"/>
            <ac:spMk id="25" creationId="{755E9273-3717-C94C-9BFF-75E87E47C46A}"/>
          </ac:spMkLst>
        </pc:spChg>
        <pc:spChg chg="add del">
          <ac:chgData name="Jyothi sree" userId="57e5eea5aa977fc8" providerId="LiveId" clId="{4DB75960-A40E-4007-B906-464FB212F541}" dt="2025-06-18T18:48:15.551" v="590" actId="26606"/>
          <ac:spMkLst>
            <pc:docMk/>
            <pc:sldMk cId="3342207390" sldId="267"/>
            <ac:spMk id="26" creationId="{2D5E326D-D15A-0D40-BABF-2A29ADCB11AA}"/>
          </ac:spMkLst>
        </pc:spChg>
        <pc:spChg chg="add del">
          <ac:chgData name="Jyothi sree" userId="57e5eea5aa977fc8" providerId="LiveId" clId="{4DB75960-A40E-4007-B906-464FB212F541}" dt="2025-06-18T18:48:15.551" v="590" actId="26606"/>
          <ac:spMkLst>
            <pc:docMk/>
            <pc:sldMk cId="3342207390" sldId="267"/>
            <ac:spMk id="27" creationId="{808C1E48-F1CD-1641-A6AA-F05D6E4CB466}"/>
          </ac:spMkLst>
        </pc:spChg>
        <pc:spChg chg="add del">
          <ac:chgData name="Jyothi sree" userId="57e5eea5aa977fc8" providerId="LiveId" clId="{4DB75960-A40E-4007-B906-464FB212F541}" dt="2025-06-18T18:48:17.585" v="592" actId="26606"/>
          <ac:spMkLst>
            <pc:docMk/>
            <pc:sldMk cId="3342207390" sldId="267"/>
            <ac:spMk id="29" creationId="{1D227D51-204B-ED48-AF9A-0BE9633FE04A}"/>
          </ac:spMkLst>
        </pc:spChg>
        <pc:spChg chg="add del">
          <ac:chgData name="Jyothi sree" userId="57e5eea5aa977fc8" providerId="LiveId" clId="{4DB75960-A40E-4007-B906-464FB212F541}" dt="2025-06-18T18:48:17.585" v="592" actId="26606"/>
          <ac:spMkLst>
            <pc:docMk/>
            <pc:sldMk cId="3342207390" sldId="267"/>
            <ac:spMk id="30" creationId="{57A23F45-CDAE-8A40-8DE7-92A0BBC119B7}"/>
          </ac:spMkLst>
        </pc:spChg>
        <pc:spChg chg="add del">
          <ac:chgData name="Jyothi sree" userId="57e5eea5aa977fc8" providerId="LiveId" clId="{4DB75960-A40E-4007-B906-464FB212F541}" dt="2025-06-18T18:48:17.585" v="592" actId="26606"/>
          <ac:spMkLst>
            <pc:docMk/>
            <pc:sldMk cId="3342207390" sldId="267"/>
            <ac:spMk id="31" creationId="{68546383-CCC4-544B-B0D8-DE78DE39BB78}"/>
          </ac:spMkLst>
        </pc:spChg>
        <pc:spChg chg="add del">
          <ac:chgData name="Jyothi sree" userId="57e5eea5aa977fc8" providerId="LiveId" clId="{4DB75960-A40E-4007-B906-464FB212F541}" dt="2025-06-18T18:48:17.585" v="592" actId="26606"/>
          <ac:spMkLst>
            <pc:docMk/>
            <pc:sldMk cId="3342207390" sldId="267"/>
            <ac:spMk id="32" creationId="{6CA2C65D-0168-1245-86C8-62A8A6F7B813}"/>
          </ac:spMkLst>
        </pc:spChg>
        <pc:spChg chg="add del">
          <ac:chgData name="Jyothi sree" userId="57e5eea5aa977fc8" providerId="LiveId" clId="{4DB75960-A40E-4007-B906-464FB212F541}" dt="2025-06-18T18:48:17.585" v="592" actId="26606"/>
          <ac:spMkLst>
            <pc:docMk/>
            <pc:sldMk cId="3342207390" sldId="267"/>
            <ac:spMk id="33" creationId="{755E9273-3717-C94C-9BFF-75E87E47C46A}"/>
          </ac:spMkLst>
        </pc:spChg>
        <pc:spChg chg="add del">
          <ac:chgData name="Jyothi sree" userId="57e5eea5aa977fc8" providerId="LiveId" clId="{4DB75960-A40E-4007-B906-464FB212F541}" dt="2025-06-18T18:48:17.585" v="592" actId="26606"/>
          <ac:spMkLst>
            <pc:docMk/>
            <pc:sldMk cId="3342207390" sldId="267"/>
            <ac:spMk id="34" creationId="{B1FC2520-B026-474B-8163-02631C283486}"/>
          </ac:spMkLst>
        </pc:spChg>
        <pc:spChg chg="add del">
          <ac:chgData name="Jyothi sree" userId="57e5eea5aa977fc8" providerId="LiveId" clId="{4DB75960-A40E-4007-B906-464FB212F541}" dt="2025-06-18T18:48:17.585" v="592" actId="26606"/>
          <ac:spMkLst>
            <pc:docMk/>
            <pc:sldMk cId="3342207390" sldId="267"/>
            <ac:spMk id="35" creationId="{91F59CC5-F315-DF4D-8574-D13766712CD1}"/>
          </ac:spMkLst>
        </pc:spChg>
        <pc:spChg chg="add del">
          <ac:chgData name="Jyothi sree" userId="57e5eea5aa977fc8" providerId="LiveId" clId="{4DB75960-A40E-4007-B906-464FB212F541}" dt="2025-06-18T18:48:21.048" v="594" actId="26606"/>
          <ac:spMkLst>
            <pc:docMk/>
            <pc:sldMk cId="3342207390" sldId="267"/>
            <ac:spMk id="37" creationId="{1D227D51-204B-ED48-AF9A-0BE9633FE04A}"/>
          </ac:spMkLst>
        </pc:spChg>
        <pc:spChg chg="add del">
          <ac:chgData name="Jyothi sree" userId="57e5eea5aa977fc8" providerId="LiveId" clId="{4DB75960-A40E-4007-B906-464FB212F541}" dt="2025-06-18T18:48:21.048" v="594" actId="26606"/>
          <ac:spMkLst>
            <pc:docMk/>
            <pc:sldMk cId="3342207390" sldId="267"/>
            <ac:spMk id="38" creationId="{57A23F45-CDAE-8A40-8DE7-92A0BBC119B7}"/>
          </ac:spMkLst>
        </pc:spChg>
        <pc:spChg chg="add del">
          <ac:chgData name="Jyothi sree" userId="57e5eea5aa977fc8" providerId="LiveId" clId="{4DB75960-A40E-4007-B906-464FB212F541}" dt="2025-06-18T18:48:21.048" v="594" actId="26606"/>
          <ac:spMkLst>
            <pc:docMk/>
            <pc:sldMk cId="3342207390" sldId="267"/>
            <ac:spMk id="39" creationId="{68546383-CCC4-544B-B0D8-DE78DE39BB78}"/>
          </ac:spMkLst>
        </pc:spChg>
        <pc:spChg chg="add del">
          <ac:chgData name="Jyothi sree" userId="57e5eea5aa977fc8" providerId="LiveId" clId="{4DB75960-A40E-4007-B906-464FB212F541}" dt="2025-06-18T18:48:21.048" v="594" actId="26606"/>
          <ac:spMkLst>
            <pc:docMk/>
            <pc:sldMk cId="3342207390" sldId="267"/>
            <ac:spMk id="40" creationId="{6CA2C65D-0168-1245-86C8-62A8A6F7B813}"/>
          </ac:spMkLst>
        </pc:spChg>
        <pc:spChg chg="add del">
          <ac:chgData name="Jyothi sree" userId="57e5eea5aa977fc8" providerId="LiveId" clId="{4DB75960-A40E-4007-B906-464FB212F541}" dt="2025-06-18T18:48:21.048" v="594" actId="26606"/>
          <ac:spMkLst>
            <pc:docMk/>
            <pc:sldMk cId="3342207390" sldId="267"/>
            <ac:spMk id="41" creationId="{755E9273-3717-C94C-9BFF-75E87E47C46A}"/>
          </ac:spMkLst>
        </pc:spChg>
        <pc:spChg chg="add del">
          <ac:chgData name="Jyothi sree" userId="57e5eea5aa977fc8" providerId="LiveId" clId="{4DB75960-A40E-4007-B906-464FB212F541}" dt="2025-06-18T18:48:21.048" v="594" actId="26606"/>
          <ac:spMkLst>
            <pc:docMk/>
            <pc:sldMk cId="3342207390" sldId="267"/>
            <ac:spMk id="42" creationId="{2D5E326D-D15A-0D40-BABF-2A29ADCB11AA}"/>
          </ac:spMkLst>
        </pc:spChg>
        <pc:spChg chg="add del">
          <ac:chgData name="Jyothi sree" userId="57e5eea5aa977fc8" providerId="LiveId" clId="{4DB75960-A40E-4007-B906-464FB212F541}" dt="2025-06-18T18:48:21.048" v="594" actId="26606"/>
          <ac:spMkLst>
            <pc:docMk/>
            <pc:sldMk cId="3342207390" sldId="267"/>
            <ac:spMk id="43" creationId="{808C1E48-F1CD-1641-A6AA-F05D6E4CB466}"/>
          </ac:spMkLst>
        </pc:spChg>
        <pc:spChg chg="add">
          <ac:chgData name="Jyothi sree" userId="57e5eea5aa977fc8" providerId="LiveId" clId="{4DB75960-A40E-4007-B906-464FB212F541}" dt="2025-06-18T18:48:21.064" v="595" actId="26606"/>
          <ac:spMkLst>
            <pc:docMk/>
            <pc:sldMk cId="3342207390" sldId="267"/>
            <ac:spMk id="45" creationId="{1D227D51-204B-ED48-AF9A-0BE9633FE04A}"/>
          </ac:spMkLst>
        </pc:spChg>
        <pc:spChg chg="add">
          <ac:chgData name="Jyothi sree" userId="57e5eea5aa977fc8" providerId="LiveId" clId="{4DB75960-A40E-4007-B906-464FB212F541}" dt="2025-06-18T18:48:21.064" v="595" actId="26606"/>
          <ac:spMkLst>
            <pc:docMk/>
            <pc:sldMk cId="3342207390" sldId="267"/>
            <ac:spMk id="46" creationId="{57A23F45-CDAE-8A40-8DE7-92A0BBC119B7}"/>
          </ac:spMkLst>
        </pc:spChg>
        <pc:spChg chg="add">
          <ac:chgData name="Jyothi sree" userId="57e5eea5aa977fc8" providerId="LiveId" clId="{4DB75960-A40E-4007-B906-464FB212F541}" dt="2025-06-18T18:48:21.064" v="595" actId="26606"/>
          <ac:spMkLst>
            <pc:docMk/>
            <pc:sldMk cId="3342207390" sldId="267"/>
            <ac:spMk id="47" creationId="{68546383-CCC4-544B-B0D8-DE78DE39BB78}"/>
          </ac:spMkLst>
        </pc:spChg>
        <pc:spChg chg="add">
          <ac:chgData name="Jyothi sree" userId="57e5eea5aa977fc8" providerId="LiveId" clId="{4DB75960-A40E-4007-B906-464FB212F541}" dt="2025-06-18T18:48:21.064" v="595" actId="26606"/>
          <ac:spMkLst>
            <pc:docMk/>
            <pc:sldMk cId="3342207390" sldId="267"/>
            <ac:spMk id="48" creationId="{6CA2C65D-0168-1245-86C8-62A8A6F7B813}"/>
          </ac:spMkLst>
        </pc:spChg>
        <pc:spChg chg="add">
          <ac:chgData name="Jyothi sree" userId="57e5eea5aa977fc8" providerId="LiveId" clId="{4DB75960-A40E-4007-B906-464FB212F541}" dt="2025-06-18T18:48:21.064" v="595" actId="26606"/>
          <ac:spMkLst>
            <pc:docMk/>
            <pc:sldMk cId="3342207390" sldId="267"/>
            <ac:spMk id="49" creationId="{755E9273-3717-C94C-9BFF-75E87E47C46A}"/>
          </ac:spMkLst>
        </pc:spChg>
        <pc:spChg chg="add">
          <ac:chgData name="Jyothi sree" userId="57e5eea5aa977fc8" providerId="LiveId" clId="{4DB75960-A40E-4007-B906-464FB212F541}" dt="2025-06-18T18:48:21.064" v="595" actId="26606"/>
          <ac:spMkLst>
            <pc:docMk/>
            <pc:sldMk cId="3342207390" sldId="267"/>
            <ac:spMk id="50" creationId="{2D5E326D-D15A-0D40-BABF-2A29ADCB11AA}"/>
          </ac:spMkLst>
        </pc:spChg>
        <pc:spChg chg="add">
          <ac:chgData name="Jyothi sree" userId="57e5eea5aa977fc8" providerId="LiveId" clId="{4DB75960-A40E-4007-B906-464FB212F541}" dt="2025-06-18T18:48:21.064" v="595" actId="26606"/>
          <ac:spMkLst>
            <pc:docMk/>
            <pc:sldMk cId="3342207390" sldId="267"/>
            <ac:spMk id="51" creationId="{808C1E48-F1CD-1641-A6AA-F05D6E4CB466}"/>
          </ac:spMkLst>
        </pc:spChg>
      </pc:sldChg>
      <pc:sldChg chg="addSp delSp modSp new mod">
        <pc:chgData name="Jyothi sree" userId="57e5eea5aa977fc8" providerId="LiveId" clId="{4DB75960-A40E-4007-B906-464FB212F541}" dt="2025-06-18T19:04:17.764" v="801" actId="1076"/>
        <pc:sldMkLst>
          <pc:docMk/>
          <pc:sldMk cId="3521893130" sldId="268"/>
        </pc:sldMkLst>
        <pc:spChg chg="add mod">
          <ac:chgData name="Jyothi sree" userId="57e5eea5aa977fc8" providerId="LiveId" clId="{4DB75960-A40E-4007-B906-464FB212F541}" dt="2025-06-18T19:04:17.764" v="801" actId="1076"/>
          <ac:spMkLst>
            <pc:docMk/>
            <pc:sldMk cId="3521893130" sldId="268"/>
            <ac:spMk id="12" creationId="{5D7DFEF8-EBF1-4FB0-27EC-0DC87E998074}"/>
          </ac:spMkLst>
        </pc:spChg>
        <pc:picChg chg="add del">
          <ac:chgData name="Jyothi sree" userId="57e5eea5aa977fc8" providerId="LiveId" clId="{4DB75960-A40E-4007-B906-464FB212F541}" dt="2025-06-18T18:52:11.411" v="598" actId="478"/>
          <ac:picMkLst>
            <pc:docMk/>
            <pc:sldMk cId="3521893130" sldId="268"/>
            <ac:picMk id="3" creationId="{AF8FA9BD-4E37-528D-E0F1-112BDC41D934}"/>
          </ac:picMkLst>
        </pc:picChg>
        <pc:picChg chg="add mod">
          <ac:chgData name="Jyothi sree" userId="57e5eea5aa977fc8" providerId="LiveId" clId="{4DB75960-A40E-4007-B906-464FB212F541}" dt="2025-06-18T19:00:44.328" v="753" actId="1035"/>
          <ac:picMkLst>
            <pc:docMk/>
            <pc:sldMk cId="3521893130" sldId="268"/>
            <ac:picMk id="5" creationId="{55799447-51D6-B1B1-25ED-7A9E699BD485}"/>
          </ac:picMkLst>
        </pc:picChg>
        <pc:picChg chg="add mod">
          <ac:chgData name="Jyothi sree" userId="57e5eea5aa977fc8" providerId="LiveId" clId="{4DB75960-A40E-4007-B906-464FB212F541}" dt="2025-06-18T19:01:02.544" v="754" actId="1076"/>
          <ac:picMkLst>
            <pc:docMk/>
            <pc:sldMk cId="3521893130" sldId="268"/>
            <ac:picMk id="7" creationId="{5361410E-52EB-4A05-D1F9-21895A88B140}"/>
          </ac:picMkLst>
        </pc:picChg>
        <pc:picChg chg="add mod">
          <ac:chgData name="Jyothi sree" userId="57e5eea5aa977fc8" providerId="LiveId" clId="{4DB75960-A40E-4007-B906-464FB212F541}" dt="2025-06-18T19:03:06.264" v="797" actId="1035"/>
          <ac:picMkLst>
            <pc:docMk/>
            <pc:sldMk cId="3521893130" sldId="268"/>
            <ac:picMk id="9" creationId="{4BB94FF3-507F-5CC2-34C9-BFD617EB9A62}"/>
          </ac:picMkLst>
        </pc:picChg>
        <pc:picChg chg="add mod">
          <ac:chgData name="Jyothi sree" userId="57e5eea5aa977fc8" providerId="LiveId" clId="{4DB75960-A40E-4007-B906-464FB212F541}" dt="2025-06-18T19:03:01.251" v="787" actId="1036"/>
          <ac:picMkLst>
            <pc:docMk/>
            <pc:sldMk cId="3521893130" sldId="268"/>
            <ac:picMk id="11" creationId="{68BB6F11-7276-E9F8-3AB6-B1509BA58A04}"/>
          </ac:picMkLst>
        </pc:picChg>
      </pc:sldChg>
      <pc:sldMasterChg chg="add del addSldLayout delSldLayout">
        <pc:chgData name="Jyothi sree" userId="57e5eea5aa977fc8" providerId="LiveId" clId="{4DB75960-A40E-4007-B906-464FB212F541}" dt="2025-06-18T10:24:43.833" v="34" actId="26606"/>
        <pc:sldMasterMkLst>
          <pc:docMk/>
          <pc:sldMasterMk cId="21352337" sldId="2147483732"/>
        </pc:sldMasterMkLst>
        <pc:sldLayoutChg chg="add del">
          <pc:chgData name="Jyothi sree" userId="57e5eea5aa977fc8" providerId="LiveId" clId="{4DB75960-A40E-4007-B906-464FB212F541}" dt="2025-06-18T10:24:43.833" v="34" actId="26606"/>
          <pc:sldLayoutMkLst>
            <pc:docMk/>
            <pc:sldMasterMk cId="21352337" sldId="2147483732"/>
            <pc:sldLayoutMk cId="3189775259" sldId="2147483733"/>
          </pc:sldLayoutMkLst>
        </pc:sldLayoutChg>
        <pc:sldLayoutChg chg="add del">
          <pc:chgData name="Jyothi sree" userId="57e5eea5aa977fc8" providerId="LiveId" clId="{4DB75960-A40E-4007-B906-464FB212F541}" dt="2025-06-18T10:24:43.833" v="34" actId="26606"/>
          <pc:sldLayoutMkLst>
            <pc:docMk/>
            <pc:sldMasterMk cId="21352337" sldId="2147483732"/>
            <pc:sldLayoutMk cId="2262762791" sldId="2147483734"/>
          </pc:sldLayoutMkLst>
        </pc:sldLayoutChg>
        <pc:sldLayoutChg chg="add del">
          <pc:chgData name="Jyothi sree" userId="57e5eea5aa977fc8" providerId="LiveId" clId="{4DB75960-A40E-4007-B906-464FB212F541}" dt="2025-06-18T10:24:43.833" v="34" actId="26606"/>
          <pc:sldLayoutMkLst>
            <pc:docMk/>
            <pc:sldMasterMk cId="21352337" sldId="2147483732"/>
            <pc:sldLayoutMk cId="4169847304" sldId="2147483735"/>
          </pc:sldLayoutMkLst>
        </pc:sldLayoutChg>
        <pc:sldLayoutChg chg="add del">
          <pc:chgData name="Jyothi sree" userId="57e5eea5aa977fc8" providerId="LiveId" clId="{4DB75960-A40E-4007-B906-464FB212F541}" dt="2025-06-18T10:24:43.833" v="34" actId="26606"/>
          <pc:sldLayoutMkLst>
            <pc:docMk/>
            <pc:sldMasterMk cId="21352337" sldId="2147483732"/>
            <pc:sldLayoutMk cId="1815537635" sldId="2147483736"/>
          </pc:sldLayoutMkLst>
        </pc:sldLayoutChg>
        <pc:sldLayoutChg chg="add del">
          <pc:chgData name="Jyothi sree" userId="57e5eea5aa977fc8" providerId="LiveId" clId="{4DB75960-A40E-4007-B906-464FB212F541}" dt="2025-06-18T10:24:43.833" v="34" actId="26606"/>
          <pc:sldLayoutMkLst>
            <pc:docMk/>
            <pc:sldMasterMk cId="21352337" sldId="2147483732"/>
            <pc:sldLayoutMk cId="510388612" sldId="2147483737"/>
          </pc:sldLayoutMkLst>
        </pc:sldLayoutChg>
        <pc:sldLayoutChg chg="add del">
          <pc:chgData name="Jyothi sree" userId="57e5eea5aa977fc8" providerId="LiveId" clId="{4DB75960-A40E-4007-B906-464FB212F541}" dt="2025-06-18T10:24:43.833" v="34" actId="26606"/>
          <pc:sldLayoutMkLst>
            <pc:docMk/>
            <pc:sldMasterMk cId="21352337" sldId="2147483732"/>
            <pc:sldLayoutMk cId="3916637023" sldId="2147483738"/>
          </pc:sldLayoutMkLst>
        </pc:sldLayoutChg>
        <pc:sldLayoutChg chg="add del">
          <pc:chgData name="Jyothi sree" userId="57e5eea5aa977fc8" providerId="LiveId" clId="{4DB75960-A40E-4007-B906-464FB212F541}" dt="2025-06-18T10:24:43.833" v="34" actId="26606"/>
          <pc:sldLayoutMkLst>
            <pc:docMk/>
            <pc:sldMasterMk cId="21352337" sldId="2147483732"/>
            <pc:sldLayoutMk cId="1737887313" sldId="2147483739"/>
          </pc:sldLayoutMkLst>
        </pc:sldLayoutChg>
        <pc:sldLayoutChg chg="add del">
          <pc:chgData name="Jyothi sree" userId="57e5eea5aa977fc8" providerId="LiveId" clId="{4DB75960-A40E-4007-B906-464FB212F541}" dt="2025-06-18T10:24:43.833" v="34" actId="26606"/>
          <pc:sldLayoutMkLst>
            <pc:docMk/>
            <pc:sldMasterMk cId="21352337" sldId="2147483732"/>
            <pc:sldLayoutMk cId="325322351" sldId="2147483740"/>
          </pc:sldLayoutMkLst>
        </pc:sldLayoutChg>
        <pc:sldLayoutChg chg="add del">
          <pc:chgData name="Jyothi sree" userId="57e5eea5aa977fc8" providerId="LiveId" clId="{4DB75960-A40E-4007-B906-464FB212F541}" dt="2025-06-18T10:24:43.833" v="34" actId="26606"/>
          <pc:sldLayoutMkLst>
            <pc:docMk/>
            <pc:sldMasterMk cId="21352337" sldId="2147483732"/>
            <pc:sldLayoutMk cId="2746255685" sldId="2147483741"/>
          </pc:sldLayoutMkLst>
        </pc:sldLayoutChg>
        <pc:sldLayoutChg chg="add del">
          <pc:chgData name="Jyothi sree" userId="57e5eea5aa977fc8" providerId="LiveId" clId="{4DB75960-A40E-4007-B906-464FB212F541}" dt="2025-06-18T10:24:43.833" v="34" actId="26606"/>
          <pc:sldLayoutMkLst>
            <pc:docMk/>
            <pc:sldMasterMk cId="21352337" sldId="2147483732"/>
            <pc:sldLayoutMk cId="4036231519" sldId="2147483742"/>
          </pc:sldLayoutMkLst>
        </pc:sldLayoutChg>
        <pc:sldLayoutChg chg="add del">
          <pc:chgData name="Jyothi sree" userId="57e5eea5aa977fc8" providerId="LiveId" clId="{4DB75960-A40E-4007-B906-464FB212F541}" dt="2025-06-18T10:24:43.833" v="34" actId="26606"/>
          <pc:sldLayoutMkLst>
            <pc:docMk/>
            <pc:sldMasterMk cId="21352337" sldId="2147483732"/>
            <pc:sldLayoutMk cId="1470690596" sldId="2147483743"/>
          </pc:sldLayoutMkLst>
        </pc:sldLayoutChg>
      </pc:sldMasterChg>
      <pc:sldMasterChg chg="add del addSldLayout delSldLayout">
        <pc:chgData name="Jyothi sree" userId="57e5eea5aa977fc8" providerId="LiveId" clId="{4DB75960-A40E-4007-B906-464FB212F541}" dt="2025-06-18T10:24:43.778" v="33" actId="26606"/>
        <pc:sldMasterMkLst>
          <pc:docMk/>
          <pc:sldMasterMk cId="1640861014" sldId="2147483809"/>
        </pc:sldMasterMkLst>
        <pc:sldLayoutChg chg="add del">
          <pc:chgData name="Jyothi sree" userId="57e5eea5aa977fc8" providerId="LiveId" clId="{4DB75960-A40E-4007-B906-464FB212F541}" dt="2025-06-18T10:24:43.778" v="33" actId="26606"/>
          <pc:sldLayoutMkLst>
            <pc:docMk/>
            <pc:sldMasterMk cId="1640861014" sldId="2147483809"/>
            <pc:sldLayoutMk cId="3252461807" sldId="2147483798"/>
          </pc:sldLayoutMkLst>
        </pc:sldLayoutChg>
        <pc:sldLayoutChg chg="add del">
          <pc:chgData name="Jyothi sree" userId="57e5eea5aa977fc8" providerId="LiveId" clId="{4DB75960-A40E-4007-B906-464FB212F541}" dt="2025-06-18T10:24:43.778" v="33" actId="26606"/>
          <pc:sldLayoutMkLst>
            <pc:docMk/>
            <pc:sldMasterMk cId="1640861014" sldId="2147483809"/>
            <pc:sldLayoutMk cId="1920541262" sldId="2147483799"/>
          </pc:sldLayoutMkLst>
        </pc:sldLayoutChg>
        <pc:sldLayoutChg chg="add del">
          <pc:chgData name="Jyothi sree" userId="57e5eea5aa977fc8" providerId="LiveId" clId="{4DB75960-A40E-4007-B906-464FB212F541}" dt="2025-06-18T10:24:43.778" v="33" actId="26606"/>
          <pc:sldLayoutMkLst>
            <pc:docMk/>
            <pc:sldMasterMk cId="1640861014" sldId="2147483809"/>
            <pc:sldLayoutMk cId="208626290" sldId="2147483800"/>
          </pc:sldLayoutMkLst>
        </pc:sldLayoutChg>
        <pc:sldLayoutChg chg="add del">
          <pc:chgData name="Jyothi sree" userId="57e5eea5aa977fc8" providerId="LiveId" clId="{4DB75960-A40E-4007-B906-464FB212F541}" dt="2025-06-18T10:24:43.778" v="33" actId="26606"/>
          <pc:sldLayoutMkLst>
            <pc:docMk/>
            <pc:sldMasterMk cId="1640861014" sldId="2147483809"/>
            <pc:sldLayoutMk cId="2626358889" sldId="2147483801"/>
          </pc:sldLayoutMkLst>
        </pc:sldLayoutChg>
        <pc:sldLayoutChg chg="add del">
          <pc:chgData name="Jyothi sree" userId="57e5eea5aa977fc8" providerId="LiveId" clId="{4DB75960-A40E-4007-B906-464FB212F541}" dt="2025-06-18T10:24:43.778" v="33" actId="26606"/>
          <pc:sldLayoutMkLst>
            <pc:docMk/>
            <pc:sldMasterMk cId="1640861014" sldId="2147483809"/>
            <pc:sldLayoutMk cId="4120376288" sldId="2147483802"/>
          </pc:sldLayoutMkLst>
        </pc:sldLayoutChg>
        <pc:sldLayoutChg chg="add del">
          <pc:chgData name="Jyothi sree" userId="57e5eea5aa977fc8" providerId="LiveId" clId="{4DB75960-A40E-4007-B906-464FB212F541}" dt="2025-06-18T10:24:43.778" v="33" actId="26606"/>
          <pc:sldLayoutMkLst>
            <pc:docMk/>
            <pc:sldMasterMk cId="1640861014" sldId="2147483809"/>
            <pc:sldLayoutMk cId="2155166181" sldId="2147483803"/>
          </pc:sldLayoutMkLst>
        </pc:sldLayoutChg>
        <pc:sldLayoutChg chg="add del">
          <pc:chgData name="Jyothi sree" userId="57e5eea5aa977fc8" providerId="LiveId" clId="{4DB75960-A40E-4007-B906-464FB212F541}" dt="2025-06-18T10:24:43.778" v="33" actId="26606"/>
          <pc:sldLayoutMkLst>
            <pc:docMk/>
            <pc:sldMasterMk cId="1640861014" sldId="2147483809"/>
            <pc:sldLayoutMk cId="2866595500" sldId="2147483804"/>
          </pc:sldLayoutMkLst>
        </pc:sldLayoutChg>
        <pc:sldLayoutChg chg="add del">
          <pc:chgData name="Jyothi sree" userId="57e5eea5aa977fc8" providerId="LiveId" clId="{4DB75960-A40E-4007-B906-464FB212F541}" dt="2025-06-18T10:24:43.778" v="33" actId="26606"/>
          <pc:sldLayoutMkLst>
            <pc:docMk/>
            <pc:sldMasterMk cId="1640861014" sldId="2147483809"/>
            <pc:sldLayoutMk cId="4134032737" sldId="2147483805"/>
          </pc:sldLayoutMkLst>
        </pc:sldLayoutChg>
        <pc:sldLayoutChg chg="add del">
          <pc:chgData name="Jyothi sree" userId="57e5eea5aa977fc8" providerId="LiveId" clId="{4DB75960-A40E-4007-B906-464FB212F541}" dt="2025-06-18T10:24:43.778" v="33" actId="26606"/>
          <pc:sldLayoutMkLst>
            <pc:docMk/>
            <pc:sldMasterMk cId="1640861014" sldId="2147483809"/>
            <pc:sldLayoutMk cId="785150028" sldId="2147483806"/>
          </pc:sldLayoutMkLst>
        </pc:sldLayoutChg>
        <pc:sldLayoutChg chg="add del">
          <pc:chgData name="Jyothi sree" userId="57e5eea5aa977fc8" providerId="LiveId" clId="{4DB75960-A40E-4007-B906-464FB212F541}" dt="2025-06-18T10:24:43.778" v="33" actId="26606"/>
          <pc:sldLayoutMkLst>
            <pc:docMk/>
            <pc:sldMasterMk cId="1640861014" sldId="2147483809"/>
            <pc:sldLayoutMk cId="523233281" sldId="2147483807"/>
          </pc:sldLayoutMkLst>
        </pc:sldLayoutChg>
        <pc:sldLayoutChg chg="add del">
          <pc:chgData name="Jyothi sree" userId="57e5eea5aa977fc8" providerId="LiveId" clId="{4DB75960-A40E-4007-B906-464FB212F541}" dt="2025-06-18T10:24:43.778" v="33" actId="26606"/>
          <pc:sldLayoutMkLst>
            <pc:docMk/>
            <pc:sldMasterMk cId="1640861014" sldId="2147483809"/>
            <pc:sldLayoutMk cId="4216612786" sldId="2147483808"/>
          </pc:sldLayoutMkLst>
        </pc:sldLayoutChg>
      </pc:sldMasterChg>
      <pc:sldMasterChg chg="add addSldLayout">
        <pc:chgData name="Jyothi sree" userId="57e5eea5aa977fc8" providerId="LiveId" clId="{4DB75960-A40E-4007-B906-464FB212F541}" dt="2025-06-18T10:24:43.833" v="34" actId="26606"/>
        <pc:sldMasterMkLst>
          <pc:docMk/>
          <pc:sldMasterMk cId="1120430485" sldId="2147483835"/>
        </pc:sldMasterMkLst>
        <pc:sldLayoutChg chg="add">
          <pc:chgData name="Jyothi sree" userId="57e5eea5aa977fc8" providerId="LiveId" clId="{4DB75960-A40E-4007-B906-464FB212F541}" dt="2025-06-18T10:24:43.833" v="34" actId="26606"/>
          <pc:sldLayoutMkLst>
            <pc:docMk/>
            <pc:sldMasterMk cId="1120430485" sldId="2147483835"/>
            <pc:sldLayoutMk cId="4289193297" sldId="2147483824"/>
          </pc:sldLayoutMkLst>
        </pc:sldLayoutChg>
        <pc:sldLayoutChg chg="add">
          <pc:chgData name="Jyothi sree" userId="57e5eea5aa977fc8" providerId="LiveId" clId="{4DB75960-A40E-4007-B906-464FB212F541}" dt="2025-06-18T10:24:43.833" v="34" actId="26606"/>
          <pc:sldLayoutMkLst>
            <pc:docMk/>
            <pc:sldMasterMk cId="1120430485" sldId="2147483835"/>
            <pc:sldLayoutMk cId="608677745" sldId="2147483825"/>
          </pc:sldLayoutMkLst>
        </pc:sldLayoutChg>
        <pc:sldLayoutChg chg="add">
          <pc:chgData name="Jyothi sree" userId="57e5eea5aa977fc8" providerId="LiveId" clId="{4DB75960-A40E-4007-B906-464FB212F541}" dt="2025-06-18T10:24:43.833" v="34" actId="26606"/>
          <pc:sldLayoutMkLst>
            <pc:docMk/>
            <pc:sldMasterMk cId="1120430485" sldId="2147483835"/>
            <pc:sldLayoutMk cId="2432193950" sldId="2147483826"/>
          </pc:sldLayoutMkLst>
        </pc:sldLayoutChg>
        <pc:sldLayoutChg chg="add">
          <pc:chgData name="Jyothi sree" userId="57e5eea5aa977fc8" providerId="LiveId" clId="{4DB75960-A40E-4007-B906-464FB212F541}" dt="2025-06-18T10:24:43.833" v="34" actId="26606"/>
          <pc:sldLayoutMkLst>
            <pc:docMk/>
            <pc:sldMasterMk cId="1120430485" sldId="2147483835"/>
            <pc:sldLayoutMk cId="2522769245" sldId="2147483827"/>
          </pc:sldLayoutMkLst>
        </pc:sldLayoutChg>
        <pc:sldLayoutChg chg="add">
          <pc:chgData name="Jyothi sree" userId="57e5eea5aa977fc8" providerId="LiveId" clId="{4DB75960-A40E-4007-B906-464FB212F541}" dt="2025-06-18T10:24:43.833" v="34" actId="26606"/>
          <pc:sldLayoutMkLst>
            <pc:docMk/>
            <pc:sldMasterMk cId="1120430485" sldId="2147483835"/>
            <pc:sldLayoutMk cId="3733190571" sldId="2147483828"/>
          </pc:sldLayoutMkLst>
        </pc:sldLayoutChg>
        <pc:sldLayoutChg chg="add">
          <pc:chgData name="Jyothi sree" userId="57e5eea5aa977fc8" providerId="LiveId" clId="{4DB75960-A40E-4007-B906-464FB212F541}" dt="2025-06-18T10:24:43.833" v="34" actId="26606"/>
          <pc:sldLayoutMkLst>
            <pc:docMk/>
            <pc:sldMasterMk cId="1120430485" sldId="2147483835"/>
            <pc:sldLayoutMk cId="1707066854" sldId="2147483829"/>
          </pc:sldLayoutMkLst>
        </pc:sldLayoutChg>
        <pc:sldLayoutChg chg="add">
          <pc:chgData name="Jyothi sree" userId="57e5eea5aa977fc8" providerId="LiveId" clId="{4DB75960-A40E-4007-B906-464FB212F541}" dt="2025-06-18T10:24:43.833" v="34" actId="26606"/>
          <pc:sldLayoutMkLst>
            <pc:docMk/>
            <pc:sldMasterMk cId="1120430485" sldId="2147483835"/>
            <pc:sldLayoutMk cId="2362742993" sldId="2147483830"/>
          </pc:sldLayoutMkLst>
        </pc:sldLayoutChg>
        <pc:sldLayoutChg chg="add">
          <pc:chgData name="Jyothi sree" userId="57e5eea5aa977fc8" providerId="LiveId" clId="{4DB75960-A40E-4007-B906-464FB212F541}" dt="2025-06-18T10:24:43.833" v="34" actId="26606"/>
          <pc:sldLayoutMkLst>
            <pc:docMk/>
            <pc:sldMasterMk cId="1120430485" sldId="2147483835"/>
            <pc:sldLayoutMk cId="2585055697" sldId="2147483831"/>
          </pc:sldLayoutMkLst>
        </pc:sldLayoutChg>
        <pc:sldLayoutChg chg="add">
          <pc:chgData name="Jyothi sree" userId="57e5eea5aa977fc8" providerId="LiveId" clId="{4DB75960-A40E-4007-B906-464FB212F541}" dt="2025-06-18T10:24:43.833" v="34" actId="26606"/>
          <pc:sldLayoutMkLst>
            <pc:docMk/>
            <pc:sldMasterMk cId="1120430485" sldId="2147483835"/>
            <pc:sldLayoutMk cId="254697691" sldId="2147483832"/>
          </pc:sldLayoutMkLst>
        </pc:sldLayoutChg>
        <pc:sldLayoutChg chg="add">
          <pc:chgData name="Jyothi sree" userId="57e5eea5aa977fc8" providerId="LiveId" clId="{4DB75960-A40E-4007-B906-464FB212F541}" dt="2025-06-18T10:24:43.833" v="34" actId="26606"/>
          <pc:sldLayoutMkLst>
            <pc:docMk/>
            <pc:sldMasterMk cId="1120430485" sldId="2147483835"/>
            <pc:sldLayoutMk cId="3816046360" sldId="2147483833"/>
          </pc:sldLayoutMkLst>
        </pc:sldLayoutChg>
        <pc:sldLayoutChg chg="add">
          <pc:chgData name="Jyothi sree" userId="57e5eea5aa977fc8" providerId="LiveId" clId="{4DB75960-A40E-4007-B906-464FB212F541}" dt="2025-06-18T10:24:43.833" v="34" actId="26606"/>
          <pc:sldLayoutMkLst>
            <pc:docMk/>
            <pc:sldMasterMk cId="1120430485" sldId="2147483835"/>
            <pc:sldLayoutMk cId="724153598" sldId="2147483834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A23F45-CDAE-8A40-8DE7-92A0BBC119B7}"/>
              </a:ext>
            </a:extLst>
          </p:cNvPr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6/19/2025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93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7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93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EFA3E2-0F30-664C-AAE4-DE6526B5C71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71D2311-E9B8-F041-A7B8-D5696903F22A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69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90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6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42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055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0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5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6/19/2025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4F048CC-17C9-B246-BF2A-29E51AD1C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green triangle pattern on a black background&#10;&#10;AI-generated content may be incorrect.">
            <a:extLst>
              <a:ext uri="{FF2B5EF4-FFF2-40B4-BE49-F238E27FC236}">
                <a16:creationId xmlns:a16="http://schemas.microsoft.com/office/drawing/2014/main" id="{92A0653E-E07C-501E-F2E3-7BBF7A8320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65" b="786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">
            <a:extLst>
              <a:ext uri="{FF2B5EF4-FFF2-40B4-BE49-F238E27FC236}">
                <a16:creationId xmlns:a16="http://schemas.microsoft.com/office/drawing/2014/main" id="{53C4D10E-16D3-5D49-A995-1FD27619A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7883" y="1096771"/>
            <a:ext cx="4701054" cy="5761229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5" name="Cross 24">
            <a:extLst>
              <a:ext uri="{FF2B5EF4-FFF2-40B4-BE49-F238E27FC236}">
                <a16:creationId xmlns:a16="http://schemas.microsoft.com/office/drawing/2014/main" id="{24124FF1-775D-AC4A-81D0-73FC0F54A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71505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5905B-F40D-75E5-7C32-CFBB876EF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362" y="1625608"/>
            <a:ext cx="3882842" cy="2722164"/>
          </a:xfrm>
        </p:spPr>
        <p:txBody>
          <a:bodyPr>
            <a:normAutofit/>
          </a:bodyPr>
          <a:lstStyle/>
          <a:p>
            <a:r>
              <a:rPr lang="en-IN"/>
              <a:t>Strings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7EAC9-2121-255F-4654-EA803C37E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6362" y="4466845"/>
            <a:ext cx="3882842" cy="88290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dirty="0"/>
              <a:t>Jyothi</a:t>
            </a:r>
            <a:endParaRPr lang="en-IN"/>
          </a:p>
          <a:p>
            <a:pPr>
              <a:lnSpc>
                <a:spcPct val="90000"/>
              </a:lnSpc>
            </a:pPr>
            <a:r>
              <a:rPr lang="en-IN" dirty="0"/>
              <a:t>Venkat</a:t>
            </a:r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CE363F-7361-A345-BB3D-2E8D88197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3666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018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A0B9A00-5EDF-83F8-5D87-167D38081752}"/>
              </a:ext>
            </a:extLst>
          </p:cNvPr>
          <p:cNvSpPr txBox="1"/>
          <p:nvPr/>
        </p:nvSpPr>
        <p:spPr>
          <a:xfrm>
            <a:off x="6404130" y="1664454"/>
            <a:ext cx="53273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444444"/>
                </a:solidFill>
                <a:latin typeface="Titillium"/>
              </a:rPr>
              <a:t>1. Strings are </a:t>
            </a:r>
            <a:r>
              <a:rPr lang="en-US" sz="2800" b="1" dirty="0">
                <a:solidFill>
                  <a:srgbClr val="444444"/>
                </a:solidFill>
                <a:latin typeface="Titillium"/>
              </a:rPr>
              <a:t>sequences</a:t>
            </a:r>
            <a:r>
              <a:rPr lang="en-US" sz="2800" dirty="0">
                <a:solidFill>
                  <a:srgbClr val="444444"/>
                </a:solidFill>
                <a:latin typeface="Titillium"/>
              </a:rPr>
              <a:t> of characters and are immutable.</a:t>
            </a:r>
            <a:endParaRPr lang="en-IN" sz="2800" dirty="0"/>
          </a:p>
          <a:p>
            <a:r>
              <a:rPr lang="en-US" sz="2800" b="0" i="0" dirty="0">
                <a:solidFill>
                  <a:srgbClr val="000000"/>
                </a:solidFill>
                <a:effectLst/>
                <a:latin typeface="Titillium"/>
              </a:rPr>
              <a:t>2. Surrounded by either single quotation marks, or double quotation marks.</a:t>
            </a:r>
            <a:endParaRPr lang="en-IN" sz="2800" dirty="0">
              <a:latin typeface="Titillium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62FE60-3DE4-CCD6-75A5-C3687EE86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3995"/>
            <a:ext cx="6370488" cy="42919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E45FF2-488A-580D-E9A4-DADECC0E2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546" y="5455305"/>
            <a:ext cx="3711395" cy="118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97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CBC8-6FA6-0E39-B767-69A34CEB8AC6}"/>
              </a:ext>
            </a:extLst>
          </p:cNvPr>
          <p:cNvSpPr txBox="1">
            <a:spLocks/>
          </p:cNvSpPr>
          <p:nvPr/>
        </p:nvSpPr>
        <p:spPr>
          <a:xfrm>
            <a:off x="3379469" y="204731"/>
            <a:ext cx="8267296" cy="14465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Indexing Strings</a:t>
            </a:r>
            <a:br>
              <a:rPr lang="en-IN" dirty="0"/>
            </a:br>
            <a:endParaRPr lang="en-IN" dirty="0"/>
          </a:p>
        </p:txBody>
      </p:sp>
      <p:pic>
        <p:nvPicPr>
          <p:cNvPr id="1026" name="Picture 2" descr="String Slices in Python">
            <a:extLst>
              <a:ext uri="{FF2B5EF4-FFF2-40B4-BE49-F238E27FC236}">
                <a16:creationId xmlns:a16="http://schemas.microsoft.com/office/drawing/2014/main" id="{336B9907-A0D2-8A2F-87F0-3C14434FD7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4" t="26335" r="12000" b="39296"/>
          <a:stretch>
            <a:fillRect/>
          </a:stretch>
        </p:blipFill>
        <p:spPr bwMode="auto">
          <a:xfrm>
            <a:off x="1189744" y="1952360"/>
            <a:ext cx="8963499" cy="2039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6C2DFF-13A8-D7D9-41B3-7B233B0B6F61}"/>
              </a:ext>
            </a:extLst>
          </p:cNvPr>
          <p:cNvSpPr txBox="1"/>
          <p:nvPr/>
        </p:nvSpPr>
        <p:spPr>
          <a:xfrm>
            <a:off x="2048509" y="423164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444444"/>
                </a:solidFill>
                <a:effectLst/>
                <a:latin typeface="Titillium"/>
              </a:rPr>
              <a:t>POSITIVE INDEXING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Titillium"/>
              </a:rPr>
              <a:t>If we perform indexing </a:t>
            </a:r>
            <a:r>
              <a:rPr lang="en-US" b="1" i="0" dirty="0">
                <a:solidFill>
                  <a:srgbClr val="444444"/>
                </a:solidFill>
                <a:effectLst/>
                <a:latin typeface="Titillium"/>
              </a:rPr>
              <a:t>left to right </a:t>
            </a:r>
            <a:r>
              <a:rPr lang="en-US" b="0" i="0" dirty="0">
                <a:solidFill>
                  <a:srgbClr val="444444"/>
                </a:solidFill>
                <a:effectLst/>
                <a:latin typeface="Titillium"/>
              </a:rPr>
              <a:t>in the above python string, we have the indices </a:t>
            </a:r>
            <a:r>
              <a:rPr lang="en-US" b="1" i="0" dirty="0">
                <a:solidFill>
                  <a:srgbClr val="444444"/>
                </a:solidFill>
                <a:effectLst/>
                <a:latin typeface="Titillium"/>
              </a:rPr>
              <a:t>0</a:t>
            </a:r>
            <a:r>
              <a:rPr lang="en-US" b="0" i="0" dirty="0">
                <a:solidFill>
                  <a:srgbClr val="444444"/>
                </a:solidFill>
                <a:effectLst/>
                <a:latin typeface="Titillium"/>
              </a:rPr>
              <a:t> to </a:t>
            </a:r>
            <a:r>
              <a:rPr lang="en-US" b="1" dirty="0">
                <a:solidFill>
                  <a:srgbClr val="444444"/>
                </a:solidFill>
                <a:latin typeface="Titillium"/>
              </a:rPr>
              <a:t>(N-1)</a:t>
            </a:r>
            <a:r>
              <a:rPr lang="en-US" b="0" i="0" dirty="0">
                <a:solidFill>
                  <a:srgbClr val="444444"/>
                </a:solidFill>
                <a:effectLst/>
                <a:latin typeface="Titillium"/>
              </a:rPr>
              <a:t>.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1DFB2-3CBF-C18B-CCAD-F5040692D03D}"/>
              </a:ext>
            </a:extLst>
          </p:cNvPr>
          <p:cNvSpPr txBox="1"/>
          <p:nvPr/>
        </p:nvSpPr>
        <p:spPr>
          <a:xfrm>
            <a:off x="2048509" y="539520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444444"/>
                </a:solidFill>
                <a:effectLst/>
                <a:latin typeface="Titillium"/>
              </a:rPr>
              <a:t>NEGATIVE INDEXING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Titillium"/>
              </a:rPr>
              <a:t>If we perform indexing </a:t>
            </a:r>
            <a:r>
              <a:rPr lang="en-US" b="1" dirty="0">
                <a:solidFill>
                  <a:srgbClr val="444444"/>
                </a:solidFill>
                <a:latin typeface="Titillium"/>
              </a:rPr>
              <a:t> right  to </a:t>
            </a:r>
            <a:r>
              <a:rPr lang="en-US" b="1" i="0" dirty="0">
                <a:solidFill>
                  <a:srgbClr val="444444"/>
                </a:solidFill>
                <a:effectLst/>
                <a:latin typeface="Titillium"/>
              </a:rPr>
              <a:t>left   </a:t>
            </a:r>
            <a:r>
              <a:rPr lang="en-US" b="0" i="0" dirty="0">
                <a:solidFill>
                  <a:srgbClr val="444444"/>
                </a:solidFill>
                <a:effectLst/>
                <a:latin typeface="Titillium"/>
              </a:rPr>
              <a:t>in the above python string, we have the indices </a:t>
            </a:r>
            <a:r>
              <a:rPr lang="en-US" b="1" dirty="0">
                <a:solidFill>
                  <a:srgbClr val="444444"/>
                </a:solidFill>
                <a:latin typeface="Titillium"/>
              </a:rPr>
              <a:t>-1</a:t>
            </a:r>
            <a:r>
              <a:rPr lang="en-US" b="0" i="0" dirty="0">
                <a:solidFill>
                  <a:srgbClr val="444444"/>
                </a:solidFill>
                <a:effectLst/>
                <a:latin typeface="Titillium"/>
              </a:rPr>
              <a:t> to </a:t>
            </a:r>
            <a:r>
              <a:rPr lang="en-US" b="1" i="0" dirty="0">
                <a:solidFill>
                  <a:srgbClr val="444444"/>
                </a:solidFill>
                <a:effectLst/>
                <a:latin typeface="Titillium"/>
              </a:rPr>
              <a:t>-N</a:t>
            </a:r>
            <a:r>
              <a:rPr lang="en-US" b="0" i="0" dirty="0">
                <a:solidFill>
                  <a:srgbClr val="444444"/>
                </a:solidFill>
                <a:effectLst/>
                <a:latin typeface="Titillium"/>
              </a:rPr>
              <a:t>.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887DFB-AC55-FC04-4174-077EEFF4A714}"/>
              </a:ext>
            </a:extLst>
          </p:cNvPr>
          <p:cNvSpPr txBox="1"/>
          <p:nvPr/>
        </p:nvSpPr>
        <p:spPr>
          <a:xfrm>
            <a:off x="1885948" y="1466615"/>
            <a:ext cx="8267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can use positive and negative indices to access characters.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9604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F291BE0-7A7E-D04F-974F-9F4577FB2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BD33FF1F-6094-0B4A-A3E4-6B0D9283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8A6D9C-C7A5-414B-8CB7-E31470D7D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BE50E7BE-734F-224D-B03E-074DE1D12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7667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6CF8F4-DBD0-E13F-D178-BE9925FC03BB}"/>
              </a:ext>
            </a:extLst>
          </p:cNvPr>
          <p:cNvSpPr txBox="1"/>
          <p:nvPr/>
        </p:nvSpPr>
        <p:spPr>
          <a:xfrm>
            <a:off x="565149" y="1204721"/>
            <a:ext cx="4114799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String Slicing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92C636E-0681-C24B-2149-D7E813DE4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" y="2691638"/>
            <a:ext cx="4114799" cy="31885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System Font Regular"/>
              <a:buChar char="–"/>
              <a:tabLst/>
            </a:pPr>
            <a:r>
              <a:rPr kumimoji="0" lang="en-US" altLang="en-US" sz="2800" u="none" strike="noStrike" cap="none" normalizeH="0" baseline="0" dirty="0">
                <a:ln>
                  <a:noFill/>
                </a:ln>
                <a:effectLst/>
              </a:rPr>
              <a:t>Syntax: string[start:stop:step]</a:t>
            </a:r>
          </a:p>
          <a:p>
            <a:pPr marL="0" marR="0" lvl="0" indent="-228600" defTabSz="9144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System Font Regular"/>
              <a:buChar char="–"/>
              <a:tabLst/>
            </a:pPr>
            <a:r>
              <a:rPr kumimoji="0" lang="en-US" altLang="en-US" sz="2800" u="none" strike="noStrike" cap="none" normalizeH="0" baseline="0" dirty="0">
                <a:ln>
                  <a:noFill/>
                </a:ln>
                <a:effectLst/>
              </a:rPr>
              <a:t>Returns a substring (doesn't modify the original string)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3C9CDE-B243-71F6-C41F-FCBFA552F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103" y="979305"/>
            <a:ext cx="2635039" cy="51446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1BE3D6-A5A5-7AAF-7E60-F48EABC0E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052" y="976630"/>
            <a:ext cx="3433767" cy="511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DB8D5541-7726-BA46-8BFA-BF6AA8D42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Cross 3080">
            <a:extLst>
              <a:ext uri="{FF2B5EF4-FFF2-40B4-BE49-F238E27FC236}">
                <a16:creationId xmlns:a16="http://schemas.microsoft.com/office/drawing/2014/main" id="{97F434CF-7503-CE4F-8426-C312C631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FEDBFB2F-FE34-E349-9484-C275FBE31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5" name="Rectangle 3084">
            <a:extLst>
              <a:ext uri="{FF2B5EF4-FFF2-40B4-BE49-F238E27FC236}">
                <a16:creationId xmlns:a16="http://schemas.microsoft.com/office/drawing/2014/main" id="{F6747103-26DE-C441-9AEF-B6F786FC1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Learn About Strings In Python">
            <a:extLst>
              <a:ext uri="{FF2B5EF4-FFF2-40B4-BE49-F238E27FC236}">
                <a16:creationId xmlns:a16="http://schemas.microsoft.com/office/drawing/2014/main" id="{C162A750-95F0-D281-C276-27B60DC8D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4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297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A5423B-D8BE-7B31-98C6-F0BEFAF8C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3" y="1873371"/>
            <a:ext cx="2280917" cy="1599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793889-7058-B48B-690E-553025DF1C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909"/>
          <a:stretch>
            <a:fillRect/>
          </a:stretch>
        </p:blipFill>
        <p:spPr>
          <a:xfrm>
            <a:off x="348343" y="4745364"/>
            <a:ext cx="2656389" cy="11168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4474EA-2A2E-DFCB-D48C-D3C373236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43" y="3496847"/>
            <a:ext cx="1813812" cy="3531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B04DA8-5880-283C-9C6C-597627EA2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43" y="5961369"/>
            <a:ext cx="4619682" cy="3088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98DFF56-76F4-79D3-93C7-81468CE49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3" y="896631"/>
            <a:ext cx="45719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 Concatenation (+)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 two strings together.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C26618-5241-C6C1-C18F-12AC5CD61DFB}"/>
              </a:ext>
            </a:extLst>
          </p:cNvPr>
          <p:cNvSpPr txBox="1"/>
          <p:nvPr/>
        </p:nvSpPr>
        <p:spPr>
          <a:xfrm>
            <a:off x="228600" y="3861505"/>
            <a:ext cx="54428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 Replication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Repeats the string a specified number of times.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3F1BB7-B9BD-3F77-A820-04038FD7AC12}"/>
              </a:ext>
            </a:extLst>
          </p:cNvPr>
          <p:cNvSpPr txBox="1"/>
          <p:nvPr/>
        </p:nvSpPr>
        <p:spPr>
          <a:xfrm>
            <a:off x="473169" y="26452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Basic Operators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F4E290-3F71-EF50-86EB-F996221F4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1457" y="1362264"/>
            <a:ext cx="623767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Operator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a substring exists in the given string.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 in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Operator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a substring does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 in the string.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276FD2-29E8-A69F-E942-F91E209BABFB}"/>
              </a:ext>
            </a:extLst>
          </p:cNvPr>
          <p:cNvSpPr txBox="1"/>
          <p:nvPr/>
        </p:nvSpPr>
        <p:spPr>
          <a:xfrm>
            <a:off x="6281058" y="26452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Membership Operators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A099DA-7F5D-00BD-C212-468B159F5F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058" y="2906520"/>
            <a:ext cx="4398588" cy="14892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FB8D25-C359-5028-82B3-6AF79D9ED3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3613" y="4567236"/>
            <a:ext cx="1079130" cy="73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45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CE65F672-F9E8-E45F-28E2-B9662EF13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42" y="1371324"/>
            <a:ext cx="775084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compare two strings based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lexicographical (dictionary) order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Equal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!=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Not equal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Greater than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Less than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Greater than or equal to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Less than or equal to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CEA4F3-9BA5-2383-F657-61615DE8B594}"/>
              </a:ext>
            </a:extLst>
          </p:cNvPr>
          <p:cNvSpPr txBox="1"/>
          <p:nvPr/>
        </p:nvSpPr>
        <p:spPr>
          <a:xfrm>
            <a:off x="3624942" y="5011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Comparison Operators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5000728-E33B-6998-33DC-EB62159A3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2" y="3766457"/>
            <a:ext cx="3926518" cy="8123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6E5AB2-ACE5-5DC6-CB83-568BA5946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142" y="4750128"/>
            <a:ext cx="1079130" cy="73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286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835E7A-C191-9670-9893-45E43AF36430}"/>
              </a:ext>
            </a:extLst>
          </p:cNvPr>
          <p:cNvSpPr txBox="1"/>
          <p:nvPr/>
        </p:nvSpPr>
        <p:spPr>
          <a:xfrm>
            <a:off x="718456" y="975088"/>
            <a:ext cx="974271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1. capitalize() - Converts the first character of the string to uppercase and the rest     to lowercase.</a:t>
            </a:r>
          </a:p>
          <a:p>
            <a:r>
              <a:rPr lang="en-IN" dirty="0"/>
              <a:t>2. </a:t>
            </a:r>
            <a:r>
              <a:rPr lang="en-IN" dirty="0" err="1"/>
              <a:t>isalnum</a:t>
            </a:r>
            <a:r>
              <a:rPr lang="en-IN" dirty="0"/>
              <a:t>() - Checks if all characters are alphanumeric.</a:t>
            </a:r>
          </a:p>
          <a:p>
            <a:r>
              <a:rPr lang="en-IN" dirty="0"/>
              <a:t>3. </a:t>
            </a:r>
            <a:r>
              <a:rPr lang="en-IN" dirty="0" err="1"/>
              <a:t>isalpha</a:t>
            </a:r>
            <a:r>
              <a:rPr lang="en-IN" dirty="0"/>
              <a:t>() - Checks if all characters are alphabetic. </a:t>
            </a:r>
          </a:p>
          <a:p>
            <a:r>
              <a:rPr lang="en-IN" dirty="0"/>
              <a:t>4. </a:t>
            </a:r>
            <a:r>
              <a:rPr lang="en-IN" dirty="0" err="1"/>
              <a:t>isascii</a:t>
            </a:r>
            <a:r>
              <a:rPr lang="en-IN" dirty="0"/>
              <a:t>() - Checks if all characters are ASCII. </a:t>
            </a:r>
          </a:p>
          <a:p>
            <a:r>
              <a:rPr lang="en-IN" dirty="0"/>
              <a:t>5. </a:t>
            </a:r>
            <a:r>
              <a:rPr lang="en-IN" dirty="0" err="1"/>
              <a:t>isdecimal</a:t>
            </a:r>
            <a:r>
              <a:rPr lang="en-IN" dirty="0"/>
              <a:t>() - Checks if all characters are decimal digits. </a:t>
            </a:r>
          </a:p>
          <a:p>
            <a:r>
              <a:rPr lang="en-IN" dirty="0"/>
              <a:t>6. </a:t>
            </a:r>
            <a:r>
              <a:rPr lang="en-IN" dirty="0" err="1"/>
              <a:t>isdigit</a:t>
            </a:r>
            <a:r>
              <a:rPr lang="en-IN" dirty="0"/>
              <a:t>() - Checks if all characters are digits. </a:t>
            </a:r>
          </a:p>
          <a:p>
            <a:r>
              <a:rPr lang="en-IN" dirty="0"/>
              <a:t>7. </a:t>
            </a:r>
            <a:r>
              <a:rPr lang="en-IN" dirty="0" err="1"/>
              <a:t>islower</a:t>
            </a:r>
            <a:r>
              <a:rPr lang="en-IN" dirty="0"/>
              <a:t>() - Checks if all characters are lowercase. </a:t>
            </a:r>
          </a:p>
          <a:p>
            <a:r>
              <a:rPr lang="en-IN" dirty="0"/>
              <a:t>8. </a:t>
            </a:r>
            <a:r>
              <a:rPr lang="en-IN" dirty="0" err="1"/>
              <a:t>isnumeric</a:t>
            </a:r>
            <a:r>
              <a:rPr lang="en-IN" dirty="0"/>
              <a:t>() - Checks if all characters are numeric. </a:t>
            </a:r>
          </a:p>
          <a:p>
            <a:r>
              <a:rPr lang="en-IN" dirty="0"/>
              <a:t>9.istitle() - Checks if the string is title-cased. </a:t>
            </a:r>
          </a:p>
          <a:p>
            <a:r>
              <a:rPr lang="en-IN" dirty="0"/>
              <a:t>10. </a:t>
            </a:r>
            <a:r>
              <a:rPr lang="en-IN" dirty="0" err="1"/>
              <a:t>isupper</a:t>
            </a:r>
            <a:r>
              <a:rPr lang="en-IN" dirty="0"/>
              <a:t>() - Checks if all characters are uppercase. </a:t>
            </a:r>
          </a:p>
          <a:p>
            <a:r>
              <a:rPr lang="en-IN" dirty="0"/>
              <a:t>11. join(</a:t>
            </a:r>
            <a:r>
              <a:rPr lang="en-IN" dirty="0" err="1"/>
              <a:t>iterable</a:t>
            </a:r>
            <a:r>
              <a:rPr lang="en-IN" dirty="0"/>
              <a:t>) - Joins elements of an </a:t>
            </a:r>
            <a:r>
              <a:rPr lang="en-IN" dirty="0" err="1"/>
              <a:t>iterable</a:t>
            </a:r>
            <a:r>
              <a:rPr lang="en-IN" dirty="0"/>
              <a:t> with the string as a separator.</a:t>
            </a:r>
          </a:p>
          <a:p>
            <a:r>
              <a:rPr lang="en-IN" dirty="0"/>
              <a:t>12. lower() - Converts all characters to lowercase. </a:t>
            </a:r>
          </a:p>
          <a:p>
            <a:r>
              <a:rPr lang="en-IN" dirty="0"/>
              <a:t>13. replace(old, new[, count]) - Replaces occurrences of a substring</a:t>
            </a:r>
          </a:p>
          <a:p>
            <a:r>
              <a:rPr lang="en-IN" dirty="0"/>
              <a:t>14. split([</a:t>
            </a:r>
            <a:r>
              <a:rPr lang="en-IN" dirty="0" err="1"/>
              <a:t>sep</a:t>
            </a:r>
            <a:r>
              <a:rPr lang="en-IN" dirty="0"/>
              <a:t>[, </a:t>
            </a:r>
            <a:r>
              <a:rPr lang="en-IN" dirty="0" err="1"/>
              <a:t>maxsplit</a:t>
            </a:r>
            <a:r>
              <a:rPr lang="en-IN" dirty="0"/>
              <a:t>]]) - Splits the string into a list.</a:t>
            </a:r>
          </a:p>
          <a:p>
            <a:r>
              <a:rPr lang="en-IN" dirty="0"/>
              <a:t>15. </a:t>
            </a:r>
            <a:r>
              <a:rPr lang="en-IN" dirty="0" err="1"/>
              <a:t>startswith</a:t>
            </a:r>
            <a:r>
              <a:rPr lang="en-IN" dirty="0"/>
              <a:t>(prefix[, start[, end]]) - Checks if the string starts with the specified prefix. </a:t>
            </a:r>
          </a:p>
          <a:p>
            <a:r>
              <a:rPr lang="en-IN" dirty="0"/>
              <a:t>16. strip([chars]) - Removes leading and trailing characters (default is whitespace). </a:t>
            </a:r>
          </a:p>
          <a:p>
            <a:r>
              <a:rPr lang="en-IN" dirty="0"/>
              <a:t>17. </a:t>
            </a:r>
            <a:r>
              <a:rPr lang="en-IN" dirty="0" err="1"/>
              <a:t>swapcase</a:t>
            </a:r>
            <a:r>
              <a:rPr lang="en-IN" dirty="0"/>
              <a:t>() - Swaps the case of all characters. </a:t>
            </a:r>
          </a:p>
          <a:p>
            <a:r>
              <a:rPr lang="en-IN" dirty="0"/>
              <a:t>18. title() - Converts the string to title case. </a:t>
            </a:r>
          </a:p>
          <a:p>
            <a:r>
              <a:rPr lang="en-IN" dirty="0"/>
              <a:t>19. upper() - Converts all characters to uppercase.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9E780-1FE9-F758-D6B0-B923DFD7D8D7}"/>
              </a:ext>
            </a:extLst>
          </p:cNvPr>
          <p:cNvSpPr txBox="1"/>
          <p:nvPr/>
        </p:nvSpPr>
        <p:spPr>
          <a:xfrm>
            <a:off x="4191000" y="25060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Python String Methods</a:t>
            </a:r>
          </a:p>
        </p:txBody>
      </p:sp>
    </p:spTree>
    <p:extLst>
      <p:ext uri="{BB962C8B-B14F-4D97-AF65-F5344CB8AC3E}">
        <p14:creationId xmlns:p14="http://schemas.microsoft.com/office/powerpoint/2010/main" val="2397755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36EE-5811-C5C2-8385-8F30FC39A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11CDF-FE3F-6BD0-F766-E048FB8FA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String Methods in Python | Board Infinity">
            <a:extLst>
              <a:ext uri="{FF2B5EF4-FFF2-40B4-BE49-F238E27FC236}">
                <a16:creationId xmlns:a16="http://schemas.microsoft.com/office/drawing/2014/main" id="{E0E50577-AF39-8664-1ABE-2906C0C46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025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799447-51D6-B1B1-25ED-7A9E699BD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79" y="1630629"/>
            <a:ext cx="4669976" cy="1628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61410E-52EB-4A05-D1F9-21895A88B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79" y="4150895"/>
            <a:ext cx="3281307" cy="1076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B94FF3-507F-5CC2-34C9-BFD617EB9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79" y="3250279"/>
            <a:ext cx="2364619" cy="4978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BB6F11-7276-E9F8-3AB6-B1509BA58A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79" y="5232613"/>
            <a:ext cx="1028844" cy="276264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5D7DFEF8-EBF1-4FB0-27EC-0DC87E998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48" y="1000228"/>
            <a:ext cx="88647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Python, a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loop can be used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each character in a string one by one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21893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1D227D51-204B-ED48-AF9A-0BE9633FE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ross 45">
            <a:extLst>
              <a:ext uri="{FF2B5EF4-FFF2-40B4-BE49-F238E27FC236}">
                <a16:creationId xmlns:a16="http://schemas.microsoft.com/office/drawing/2014/main" id="{57A23F45-CDAE-8A40-8DE7-92A0BBC11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8546383-CCC4-544B-B0D8-DE78DE39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6CA2C65D-0168-1245-86C8-62A8A6F7B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55E9273-3717-C94C-9BFF-75E87E47C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831D2F-70B9-1A82-36C4-A86F915388F9}"/>
              </a:ext>
            </a:extLst>
          </p:cNvPr>
          <p:cNvSpPr/>
          <p:nvPr/>
        </p:nvSpPr>
        <p:spPr>
          <a:xfrm>
            <a:off x="797104" y="1625608"/>
            <a:ext cx="10601135" cy="27221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spcBef>
                <a:spcPct val="0"/>
              </a:spcBef>
              <a:spcAft>
                <a:spcPts val="600"/>
              </a:spcAft>
            </a:pPr>
            <a:r>
              <a:rPr lang="en-US" sz="8000" b="1" kern="1200" cap="none" spc="-15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D5E326D-D15A-0D40-BABF-2A29ADCB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1" name="Cross 50">
            <a:extLst>
              <a:ext uri="{FF2B5EF4-FFF2-40B4-BE49-F238E27FC236}">
                <a16:creationId xmlns:a16="http://schemas.microsoft.com/office/drawing/2014/main" id="{808C1E48-F1CD-1641-A6AA-F05D6E4CB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07390"/>
      </p:ext>
    </p:extLst>
  </p:cSld>
  <p:clrMapOvr>
    <a:masterClrMapping/>
  </p:clrMapOvr>
</p:sld>
</file>

<file path=ppt/theme/theme1.xml><?xml version="1.0" encoding="utf-8"?>
<a:theme xmlns:a="http://schemas.openxmlformats.org/drawingml/2006/main" name="MadridVTI">
  <a:themeElements>
    <a:clrScheme name="Madrid R3">
      <a:dk1>
        <a:srgbClr val="000000"/>
      </a:dk1>
      <a:lt1>
        <a:srgbClr val="FFFFFF"/>
      </a:lt1>
      <a:dk2>
        <a:srgbClr val="3A3C45"/>
      </a:dk2>
      <a:lt2>
        <a:srgbClr val="E9EFF1"/>
      </a:lt2>
      <a:accent1>
        <a:srgbClr val="E24400"/>
      </a:accent1>
      <a:accent2>
        <a:srgbClr val="F38E00"/>
      </a:accent2>
      <a:accent3>
        <a:srgbClr val="89B336"/>
      </a:accent3>
      <a:accent4>
        <a:srgbClr val="30B9B9"/>
      </a:accent4>
      <a:accent5>
        <a:srgbClr val="748CF4"/>
      </a:accent5>
      <a:accent6>
        <a:srgbClr val="A673F4"/>
      </a:accent6>
      <a:hlink>
        <a:srgbClr val="008EE6"/>
      </a:hlink>
      <a:folHlink>
        <a:srgbClr val="C1A187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509</TotalTime>
  <Words>507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Unicode MS</vt:lpstr>
      <vt:lpstr>Avenir Next</vt:lpstr>
      <vt:lpstr>Seaford Display</vt:lpstr>
      <vt:lpstr>System Font Regular</vt:lpstr>
      <vt:lpstr>Tenorite</vt:lpstr>
      <vt:lpstr>Titillium</vt:lpstr>
      <vt:lpstr>MadridVTI</vt:lpstr>
      <vt:lpstr>Strings in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Jyothi sree</dc:creator>
  <cp:lastModifiedBy>Jyothi sree</cp:lastModifiedBy>
  <cp:revision>1</cp:revision>
  <dcterms:created xsi:type="dcterms:W3CDTF">2025-06-18T10:23:06Z</dcterms:created>
  <dcterms:modified xsi:type="dcterms:W3CDTF">2025-06-19T05:19:33Z</dcterms:modified>
</cp:coreProperties>
</file>